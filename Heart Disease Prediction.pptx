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92" r:id="rId3"/>
    <p:sldId id="293" r:id="rId4"/>
    <p:sldId id="295" r:id="rId5"/>
    <p:sldId id="296" r:id="rId6"/>
    <p:sldId id="294" r:id="rId7"/>
    <p:sldId id="299" r:id="rId8"/>
    <p:sldId id="297" r:id="rId10"/>
    <p:sldId id="29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D1E79"/>
    <a:srgbClr val="2AABDE"/>
    <a:srgbClr val="9E005D"/>
    <a:srgbClr val="CC305F"/>
    <a:srgbClr val="403265"/>
    <a:srgbClr val="9F3160"/>
    <a:srgbClr val="FAE303"/>
    <a:srgbClr val="357C04"/>
    <a:srgbClr val="0E2F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31" autoAdjust="0"/>
    <p:restoredTop sz="96201" autoAdjust="0"/>
  </p:normalViewPr>
  <p:slideViewPr>
    <p:cSldViewPr snapToGrid="0">
      <p:cViewPr varScale="1">
        <p:scale>
          <a:sx n="83" d="100"/>
          <a:sy n="83" d="100"/>
        </p:scale>
        <p:origin x="894" y="60"/>
      </p:cViewPr>
      <p:guideLst/>
    </p:cSldViewPr>
  </p:slid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3E48BB-2B99-457F-9EB0-F723A18E9E2E}"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AB1F49-8131-484B-8B36-B22C85090A5E}"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5D0DACE-38E0-42D2-9336-2B707D34BC6D}"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48D17B-ED7F-45AF-9050-8B79A69A050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7ABFA3-8EB7-475D-A50C-F7FC4FECCC81}"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A48D17B-ED7F-45AF-9050-8B79A69A050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7ABFA3-8EB7-475D-A50C-F7FC4FECCC81}"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A48D17B-ED7F-45AF-9050-8B79A69A050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7ABFA3-8EB7-475D-A50C-F7FC4FECCC81}"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7A48D17B-ED7F-45AF-9050-8B79A69A050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7ABFA3-8EB7-475D-A50C-F7FC4FECCC81}"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7A48D17B-ED7F-45AF-9050-8B79A69A0507}"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37ABFA3-8EB7-475D-A50C-F7FC4FECCC81}"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48D17B-ED7F-45AF-9050-8B79A69A0507}"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37ABFA3-8EB7-475D-A50C-F7FC4FECCC81}"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48D17B-ED7F-45AF-9050-8B79A69A0507}"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37ABFA3-8EB7-475D-A50C-F7FC4FECCC81}"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A48D17B-ED7F-45AF-9050-8B79A69A050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7ABFA3-8EB7-475D-A50C-F7FC4FECCC81}"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A48D17B-ED7F-45AF-9050-8B79A69A050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7ABFA3-8EB7-475D-A50C-F7FC4FECCC81}"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A48D17B-ED7F-45AF-9050-8B79A69A050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7ABFA3-8EB7-475D-A50C-F7FC4FECCC81}"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A48D17B-ED7F-45AF-9050-8B79A69A050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7ABFA3-8EB7-475D-A50C-F7FC4FECCC81}"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a:lstStyle>
            <a:lvl1pPr algn="ctr">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48D17B-ED7F-45AF-9050-8B79A69A0507}"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7ABFA3-8EB7-475D-A50C-F7FC4FECCC81}"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2.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image" Target="../media/image8.jpeg"/><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image" Target="../media/image10.jpeg"/><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image" Target="../media/image8.jpeg"/><Relationship Id="rId3" Type="http://schemas.openxmlformats.org/officeDocument/2006/relationships/tags" Target="../tags/tag17.xml"/><Relationship Id="rId2" Type="http://schemas.openxmlformats.org/officeDocument/2006/relationships/tags" Target="../tags/tag16.xml"/><Relationship Id="rId10" Type="http://schemas.openxmlformats.org/officeDocument/2006/relationships/notesSlide" Target="../notesSlides/notesSlide2.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68000">
              <a:schemeClr val="accent1">
                <a:lumMod val="50000"/>
              </a:schemeClr>
            </a:gs>
          </a:gsLst>
          <a:lin ang="21529828" scaled="1"/>
        </a:gradFill>
        <a:effectLst/>
      </p:bgPr>
    </p:bg>
    <p:spTree>
      <p:nvGrpSpPr>
        <p:cNvPr id="1" name=""/>
        <p:cNvGrpSpPr/>
        <p:nvPr/>
      </p:nvGrpSpPr>
      <p:grpSpPr>
        <a:xfrm>
          <a:off x="0" y="0"/>
          <a:ext cx="0" cy="0"/>
          <a:chOff x="0" y="0"/>
          <a:chExt cx="0" cy="0"/>
        </a:xfrm>
      </p:grpSpPr>
      <p:grpSp>
        <p:nvGrpSpPr>
          <p:cNvPr id="12" name="Group 11"/>
          <p:cNvGrpSpPr/>
          <p:nvPr/>
        </p:nvGrpSpPr>
        <p:grpSpPr>
          <a:xfrm>
            <a:off x="354415" y="1732744"/>
            <a:ext cx="6425513" cy="3961765"/>
            <a:chOff x="479327" y="1978655"/>
            <a:chExt cx="6096000" cy="3758598"/>
          </a:xfrm>
        </p:grpSpPr>
        <p:sp>
          <p:nvSpPr>
            <p:cNvPr id="10" name="TextBox 9"/>
            <p:cNvSpPr txBox="1"/>
            <p:nvPr/>
          </p:nvSpPr>
          <p:spPr>
            <a:xfrm>
              <a:off x="479327" y="1978655"/>
              <a:ext cx="6096000" cy="2451914"/>
            </a:xfrm>
            <a:prstGeom prst="rect">
              <a:avLst/>
            </a:prstGeom>
            <a:noFill/>
          </p:spPr>
          <p:txBody>
            <a:bodyPr wrap="square">
              <a:spAutoFit/>
            </a:bodyPr>
            <a:lstStyle/>
            <a:p>
              <a:pPr algn="l"/>
              <a:r>
                <a:rPr lang="en-US" altLang="en-GB" sz="5400" b="1" dirty="0">
                  <a:solidFill>
                    <a:schemeClr val="bg1"/>
                  </a:solidFill>
                  <a:effectLst>
                    <a:outerShdw blurRad="38100" dist="38100" dir="2700000" algn="tl">
                      <a:srgbClr val="000000">
                        <a:alpha val="43137"/>
                      </a:srgbClr>
                    </a:outerShdw>
                  </a:effectLst>
                  <a:latin typeface="Gadugi" panose="020B0502040204020203" charset="0"/>
                  <a:cs typeface="Gadugi" panose="020B0502040204020203" charset="0"/>
                </a:rPr>
                <a:t>Predictive Modeling of </a:t>
              </a:r>
              <a:endParaRPr lang="en-US" altLang="en-GB" sz="5400" b="1" dirty="0">
                <a:solidFill>
                  <a:schemeClr val="bg1"/>
                </a:solidFill>
                <a:effectLst>
                  <a:outerShdw blurRad="38100" dist="38100" dir="2700000" algn="tl">
                    <a:srgbClr val="000000">
                      <a:alpha val="43137"/>
                    </a:srgbClr>
                  </a:outerShdw>
                </a:effectLst>
                <a:latin typeface="Gadugi" panose="020B0502040204020203" charset="0"/>
                <a:cs typeface="Gadugi" panose="020B0502040204020203" charset="0"/>
              </a:endParaRPr>
            </a:p>
            <a:p>
              <a:pPr algn="l"/>
              <a:r>
                <a:rPr lang="en-US" altLang="en-GB" sz="5400" b="1" dirty="0">
                  <a:solidFill>
                    <a:schemeClr val="bg1"/>
                  </a:solidFill>
                  <a:effectLst>
                    <a:outerShdw blurRad="38100" dist="38100" dir="2700000" algn="tl">
                      <a:srgbClr val="000000">
                        <a:alpha val="43137"/>
                      </a:srgbClr>
                    </a:outerShdw>
                  </a:effectLst>
                  <a:latin typeface="Gadugi" panose="020B0502040204020203" charset="0"/>
                  <a:cs typeface="Gadugi" panose="020B0502040204020203" charset="0"/>
                </a:rPr>
                <a:t>Heart Disease</a:t>
              </a:r>
              <a:endParaRPr lang="en-US" altLang="en-GB" sz="5400" b="1" dirty="0">
                <a:solidFill>
                  <a:schemeClr val="bg1"/>
                </a:solidFill>
                <a:effectLst>
                  <a:outerShdw blurRad="38100" dist="38100" dir="2700000" algn="tl">
                    <a:srgbClr val="000000">
                      <a:alpha val="43137"/>
                    </a:srgbClr>
                  </a:outerShdw>
                </a:effectLst>
                <a:latin typeface="Gadugi" panose="020B0502040204020203" charset="0"/>
                <a:cs typeface="Gadugi" panose="020B0502040204020203" charset="0"/>
              </a:endParaRPr>
            </a:p>
          </p:txBody>
        </p:sp>
        <p:sp>
          <p:nvSpPr>
            <p:cNvPr id="11" name="Rectangle 1"/>
            <p:cNvSpPr>
              <a:spLocks noChangeArrowheads="1"/>
            </p:cNvSpPr>
            <p:nvPr/>
          </p:nvSpPr>
          <p:spPr bwMode="auto">
            <a:xfrm>
              <a:off x="573909" y="4564913"/>
              <a:ext cx="5906884" cy="1172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GB" sz="1600" b="0" i="0" u="none" strike="noStrike" cap="none" normalizeH="0" baseline="0" dirty="0">
                  <a:ln>
                    <a:noFill/>
                  </a:ln>
                  <a:solidFill>
                    <a:schemeClr val="bg1"/>
                  </a:solidFill>
                  <a:effectLst/>
                  <a:latin typeface="Andalus" panose="02020603050405020304" charset="0"/>
                  <a:cs typeface="Andalus" panose="02020603050405020304" charset="0"/>
                </a:rPr>
                <a:t>This presentation focuses on the development and evaluation of machine learning models aimed at detecting heart disease, highlighting the importance of early prediction for better patient outcomes.</a:t>
              </a:r>
              <a:endParaRPr kumimoji="0" lang="en-US" altLang="en-GB" sz="1600" b="0" i="0" u="none" strike="noStrike" cap="none" normalizeH="0" baseline="0" dirty="0">
                <a:ln>
                  <a:noFill/>
                </a:ln>
                <a:solidFill>
                  <a:schemeClr val="bg1"/>
                </a:solidFill>
                <a:effectLst/>
                <a:latin typeface="Andalus" panose="02020603050405020304" charset="0"/>
                <a:cs typeface="Andalus" panose="02020603050405020304" charset="0"/>
              </a:endParaRPr>
            </a:p>
          </p:txBody>
        </p:sp>
      </p:grpSp>
      <p:pic>
        <p:nvPicPr>
          <p:cNvPr id="8" name="Picture 7" descr="A red object in the air&#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54917"/>
          <a:stretch>
            <a:fillRect/>
          </a:stretch>
        </p:blipFill>
        <p:spPr>
          <a:xfrm>
            <a:off x="6279989" y="1"/>
            <a:ext cx="5756574" cy="7189682"/>
          </a:xfrm>
          <a:prstGeom prst="rect">
            <a:avLst/>
          </a:prstGeom>
        </p:spPr>
      </p:pic>
      <p:pic>
        <p:nvPicPr>
          <p:cNvPr id="6" name="Graphic 6"/>
          <p:cNvPicPr>
            <a:picLocks noChangeAspect="1"/>
          </p:cNvPicPr>
          <p:nvPr/>
        </p:nvPicPr>
        <p:blipFill>
          <a:blip r:embed="rId2" cstate="email"/>
          <a:stretch>
            <a:fillRect/>
          </a:stretch>
        </p:blipFill>
        <p:spPr>
          <a:xfrm>
            <a:off x="7164531" y="667548"/>
            <a:ext cx="3987490" cy="5522904"/>
          </a:xfrm>
          <a:custGeom>
            <a:avLst/>
            <a:gdLst>
              <a:gd name="connsiteX0" fmla="*/ 0 w 4242816"/>
              <a:gd name="connsiteY0" fmla="*/ 0 h 5876544"/>
              <a:gd name="connsiteX1" fmla="*/ 4242816 w 4242816"/>
              <a:gd name="connsiteY1" fmla="*/ 0 h 5876544"/>
              <a:gd name="connsiteX2" fmla="*/ 4242816 w 4242816"/>
              <a:gd name="connsiteY2" fmla="*/ 5876544 h 5876544"/>
              <a:gd name="connsiteX3" fmla="*/ 0 w 4242816"/>
              <a:gd name="connsiteY3" fmla="*/ 5876544 h 5876544"/>
            </a:gdLst>
            <a:ahLst/>
            <a:cxnLst>
              <a:cxn ang="0">
                <a:pos x="connsiteX0" y="connsiteY0"/>
              </a:cxn>
              <a:cxn ang="0">
                <a:pos x="connsiteX1" y="connsiteY1"/>
              </a:cxn>
              <a:cxn ang="0">
                <a:pos x="connsiteX2" y="connsiteY2"/>
              </a:cxn>
              <a:cxn ang="0">
                <a:pos x="connsiteX3" y="connsiteY3"/>
              </a:cxn>
            </a:cxnLst>
            <a:rect l="l" t="t" r="r" b="b"/>
            <a:pathLst>
              <a:path w="4242816" h="5876544">
                <a:moveTo>
                  <a:pt x="0" y="0"/>
                </a:moveTo>
                <a:lnTo>
                  <a:pt x="4242816" y="0"/>
                </a:lnTo>
                <a:lnTo>
                  <a:pt x="4242816" y="5876544"/>
                </a:lnTo>
                <a:lnTo>
                  <a:pt x="0" y="5876544"/>
                </a:lnTo>
                <a:close/>
              </a:path>
            </a:pathLst>
          </a:custGeom>
        </p:spPr>
      </p:pic>
      <p:sp>
        <p:nvSpPr>
          <p:cNvPr id="2" name="Text Box 1"/>
          <p:cNvSpPr txBox="1"/>
          <p:nvPr/>
        </p:nvSpPr>
        <p:spPr>
          <a:xfrm>
            <a:off x="454025" y="1007745"/>
            <a:ext cx="6029960" cy="583565"/>
          </a:xfrm>
          <a:prstGeom prst="rect">
            <a:avLst/>
          </a:prstGeom>
        </p:spPr>
        <p:txBody>
          <a:bodyPr wrap="square">
            <a:spAutoFit/>
          </a:bodyPr>
          <a:p>
            <a:pPr algn="l"/>
            <a:r>
              <a:rPr sz="1600" b="1" i="0" cap="all">
                <a:solidFill>
                  <a:schemeClr val="bg1"/>
                </a:solidFill>
              </a:rPr>
              <a:t>Exploring advanced techniques in predicting heart disease</a:t>
            </a:r>
            <a:endParaRPr sz="1600" b="1" i="0" cap="all">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466154" y="5969272"/>
            <a:ext cx="10726057" cy="22458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p:cNvGrpSpPr/>
          <p:nvPr/>
        </p:nvGrpSpPr>
        <p:grpSpPr>
          <a:xfrm>
            <a:off x="5127201" y="1100401"/>
            <a:ext cx="6096000" cy="3445552"/>
            <a:chOff x="879233" y="1756075"/>
            <a:chExt cx="6096000" cy="3445552"/>
          </a:xfrm>
        </p:grpSpPr>
        <p:sp>
          <p:nvSpPr>
            <p:cNvPr id="13" name="TextBox 12"/>
            <p:cNvSpPr txBox="1"/>
            <p:nvPr/>
          </p:nvSpPr>
          <p:spPr>
            <a:xfrm>
              <a:off x="879233" y="1756075"/>
              <a:ext cx="6096000" cy="521970"/>
            </a:xfrm>
            <a:prstGeom prst="rect">
              <a:avLst/>
            </a:prstGeom>
            <a:noFill/>
          </p:spPr>
          <p:txBody>
            <a:bodyPr wrap="square">
              <a:spAutoFit/>
            </a:bodyPr>
            <a:lstStyle/>
            <a:p>
              <a:r>
                <a:rPr lang="en-US" altLang="en-GB" sz="2800" b="1" dirty="0">
                  <a:solidFill>
                    <a:schemeClr val="accent1"/>
                  </a:solidFill>
                  <a:latin typeface="Gadugi" panose="020B0502040204020203" charset="0"/>
                  <a:cs typeface="Gadugi" panose="020B0502040204020203" charset="0"/>
                </a:rPr>
                <a:t>Understanding Heart Disease</a:t>
              </a:r>
              <a:endParaRPr lang="en-US" altLang="en-GB" sz="2800" b="1" dirty="0">
                <a:solidFill>
                  <a:schemeClr val="accent1"/>
                </a:solidFill>
                <a:latin typeface="Gadugi" panose="020B0502040204020203" charset="0"/>
                <a:cs typeface="Gadugi" panose="020B0502040204020203" charset="0"/>
              </a:endParaRPr>
            </a:p>
          </p:txBody>
        </p:sp>
        <p:sp>
          <p:nvSpPr>
            <p:cNvPr id="14" name="TextBox 13"/>
            <p:cNvSpPr txBox="1"/>
            <p:nvPr/>
          </p:nvSpPr>
          <p:spPr>
            <a:xfrm>
              <a:off x="879233" y="2201887"/>
              <a:ext cx="6096000" cy="2999740"/>
            </a:xfrm>
            <a:prstGeom prst="rect">
              <a:avLst/>
            </a:prstGeom>
            <a:noFill/>
          </p:spPr>
          <p:txBody>
            <a:bodyPr wrap="square">
              <a:spAutoFit/>
            </a:bodyPr>
            <a:lstStyle/>
            <a:p>
              <a:pPr algn="just">
                <a:lnSpc>
                  <a:spcPct val="150000"/>
                </a:lnSpc>
              </a:pPr>
              <a:r>
                <a:rPr lang="en-US" sz="1400" b="0" i="0" dirty="0">
                  <a:solidFill>
                    <a:schemeClr val="tx1">
                      <a:lumMod val="75000"/>
                      <a:lumOff val="25000"/>
                    </a:schemeClr>
                  </a:solidFill>
                  <a:effectLst/>
                  <a:latin typeface="Andalus" panose="02020603050405020304" charset="0"/>
                  <a:cs typeface="Andalus" panose="02020603050405020304" charset="0"/>
                </a:rPr>
                <a:t>Utilizes data on lifestyle, genetic predispositions, and environmental fa</a:t>
              </a:r>
              <a:r>
                <a:rPr lang="en-US" altLang="en-GB" sz="1400" b="0" i="0" dirty="0">
                  <a:solidFill>
                    <a:schemeClr val="tx1">
                      <a:lumMod val="75000"/>
                      <a:lumOff val="25000"/>
                    </a:schemeClr>
                  </a:solidFill>
                  <a:effectLst/>
                  <a:latin typeface="Andalus" panose="02020603050405020304" charset="0"/>
                  <a:cs typeface="Andalus" panose="02020603050405020304" charset="0"/>
                </a:rPr>
                <a:t>Heart disease is a leading cause of mortality globally, affecting millions each year. Early prediction can significantly improve patient outcomes by allowing for timely interventions. By utilizing advanced predictive modeling techniques, healthcare providers can identify at-risk individuals, enabling tailored treatment plans and lifestyle changes. This proactive approach aims to reduce the incidence of heart disease and improve overall public health.</a:t>
              </a:r>
              <a:endParaRPr lang="en-US" altLang="en-GB" sz="1400" b="0" i="0" dirty="0">
                <a:solidFill>
                  <a:schemeClr val="tx1">
                    <a:lumMod val="75000"/>
                    <a:lumOff val="25000"/>
                  </a:schemeClr>
                </a:solidFill>
                <a:effectLst/>
                <a:latin typeface="Andalus" panose="02020603050405020304" charset="0"/>
                <a:cs typeface="Andalus" panose="02020603050405020304" charset="0"/>
              </a:endParaRPr>
            </a:p>
            <a:p>
              <a:pPr algn="just">
                <a:lnSpc>
                  <a:spcPct val="150000"/>
                </a:lnSpc>
              </a:pPr>
              <a:r>
                <a:rPr lang="en-US" altLang="en-GB" sz="1400" b="0" i="0" dirty="0">
                  <a:solidFill>
                    <a:schemeClr val="tx1">
                      <a:lumMod val="75000"/>
                      <a:lumOff val="25000"/>
                    </a:schemeClr>
                  </a:solidFill>
                  <a:effectLst/>
                  <a:latin typeface="Andalus" panose="02020603050405020304" charset="0"/>
                  <a:cs typeface="Andalus" panose="02020603050405020304" charset="0"/>
                </a:rPr>
                <a:t>Understanding Heart Disease</a:t>
              </a:r>
              <a:r>
                <a:rPr lang="en-US" sz="1400" b="0" i="0" dirty="0">
                  <a:solidFill>
                    <a:schemeClr val="tx1">
                      <a:lumMod val="75000"/>
                      <a:lumOff val="25000"/>
                    </a:schemeClr>
                  </a:solidFill>
                  <a:effectLst/>
                  <a:latin typeface="Andalus" panose="02020603050405020304" charset="0"/>
                  <a:cs typeface="Andalus" panose="02020603050405020304" charset="0"/>
                </a:rPr>
                <a:t>ctors to evaluate an individual's likelihood of developing heart disease.</a:t>
              </a:r>
              <a:endParaRPr lang="en-US" sz="1400" b="0" i="0" dirty="0">
                <a:solidFill>
                  <a:schemeClr val="tx1">
                    <a:lumMod val="75000"/>
                    <a:lumOff val="25000"/>
                  </a:schemeClr>
                </a:solidFill>
                <a:effectLst/>
                <a:latin typeface="Andalus" panose="02020603050405020304" charset="0"/>
                <a:cs typeface="Andalus" panose="02020603050405020304" charset="0"/>
              </a:endParaRPr>
            </a:p>
          </p:txBody>
        </p:sp>
      </p:grpSp>
      <p:pic>
        <p:nvPicPr>
          <p:cNvPr id="2" name="Picture 1" descr="A doctor holding a heart model&#10;&#10;Description automatically generated"/>
          <p:cNvPicPr>
            <a:picLocks noChangeAspect="1"/>
          </p:cNvPicPr>
          <p:nvPr/>
        </p:nvPicPr>
        <p:blipFill rotWithShape="1">
          <a:blip r:embed="rId1" cstate="email"/>
          <a:srcRect/>
          <a:stretch>
            <a:fillRect/>
          </a:stretch>
        </p:blipFill>
        <p:spPr>
          <a:xfrm>
            <a:off x="0" y="0"/>
            <a:ext cx="3927232"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0" y="654011"/>
            <a:ext cx="12192000" cy="523220"/>
          </a:xfrm>
          <a:prstGeom prst="rect">
            <a:avLst/>
          </a:prstGeom>
          <a:noFill/>
        </p:spPr>
        <p:txBody>
          <a:bodyPr wrap="square">
            <a:spAutoFit/>
          </a:bodyPr>
          <a:lstStyle/>
          <a:p>
            <a:pPr algn="ctr"/>
            <a:r>
              <a:rPr lang="en-IN" sz="2800" b="1" i="0" dirty="0">
                <a:solidFill>
                  <a:schemeClr val="accent1"/>
                </a:solidFill>
                <a:effectLst/>
                <a:latin typeface="Montserrat" panose="00000500000000000000" pitchFamily="2" charset="0"/>
              </a:rPr>
              <a:t>Predictive Modeling</a:t>
            </a:r>
            <a:endParaRPr lang="en-IN" sz="2800" b="1" dirty="0">
              <a:solidFill>
                <a:schemeClr val="accent1"/>
              </a:solidFill>
              <a:latin typeface="Montserrat" panose="00000500000000000000" pitchFamily="2" charset="0"/>
            </a:endParaRPr>
          </a:p>
        </p:txBody>
      </p:sp>
      <p:grpSp>
        <p:nvGrpSpPr>
          <p:cNvPr id="50" name="Group 49"/>
          <p:cNvGrpSpPr/>
          <p:nvPr/>
        </p:nvGrpSpPr>
        <p:grpSpPr>
          <a:xfrm>
            <a:off x="375558" y="1672926"/>
            <a:ext cx="11445236" cy="5185074"/>
            <a:chOff x="375558" y="1672926"/>
            <a:chExt cx="11445236" cy="5185074"/>
          </a:xfrm>
        </p:grpSpPr>
        <p:grpSp>
          <p:nvGrpSpPr>
            <p:cNvPr id="18" name="Group 17"/>
            <p:cNvGrpSpPr/>
            <p:nvPr/>
          </p:nvGrpSpPr>
          <p:grpSpPr>
            <a:xfrm>
              <a:off x="377372" y="2344057"/>
              <a:ext cx="11437256" cy="4513943"/>
              <a:chOff x="377372" y="2344057"/>
              <a:chExt cx="11437256" cy="4513943"/>
            </a:xfrm>
          </p:grpSpPr>
          <p:sp>
            <p:nvSpPr>
              <p:cNvPr id="14" name="Rectangle 13"/>
              <p:cNvSpPr/>
              <p:nvPr/>
            </p:nvSpPr>
            <p:spPr>
              <a:xfrm>
                <a:off x="377372" y="2344057"/>
                <a:ext cx="2772228" cy="45139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3265715" y="2344057"/>
                <a:ext cx="2772228" cy="45139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6154058" y="2344057"/>
                <a:ext cx="2772228" cy="45139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9042400" y="2344057"/>
                <a:ext cx="2772228" cy="45139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2" name="TextBox 21"/>
            <p:cNvSpPr txBox="1"/>
            <p:nvPr/>
          </p:nvSpPr>
          <p:spPr>
            <a:xfrm>
              <a:off x="375558" y="3525261"/>
              <a:ext cx="2772228" cy="646331"/>
            </a:xfrm>
            <a:prstGeom prst="rect">
              <a:avLst/>
            </a:prstGeom>
            <a:noFill/>
          </p:spPr>
          <p:txBody>
            <a:bodyPr wrap="square">
              <a:spAutoFit/>
            </a:bodyPr>
            <a:lstStyle/>
            <a:p>
              <a:pPr algn="ctr"/>
              <a:r>
                <a:rPr lang="en-IN" b="1" i="0" dirty="0">
                  <a:solidFill>
                    <a:schemeClr val="bg1"/>
                  </a:solidFill>
                  <a:effectLst/>
                  <a:latin typeface="Montserrat" panose="00000500000000000000" pitchFamily="2" charset="0"/>
                </a:rPr>
                <a:t>Regression </a:t>
              </a:r>
              <a:endParaRPr lang="en-IN" b="1" i="0" dirty="0">
                <a:solidFill>
                  <a:schemeClr val="bg1"/>
                </a:solidFill>
                <a:effectLst/>
                <a:latin typeface="Montserrat" panose="00000500000000000000" pitchFamily="2" charset="0"/>
              </a:endParaRPr>
            </a:p>
            <a:p>
              <a:pPr algn="ctr"/>
              <a:r>
                <a:rPr lang="en-IN" b="1" i="0" dirty="0">
                  <a:solidFill>
                    <a:schemeClr val="bg1"/>
                  </a:solidFill>
                  <a:effectLst/>
                  <a:latin typeface="Montserrat" panose="00000500000000000000" pitchFamily="2" charset="0"/>
                </a:rPr>
                <a:t>Analysis</a:t>
              </a:r>
              <a:endParaRPr lang="en-IN" dirty="0">
                <a:solidFill>
                  <a:schemeClr val="bg1"/>
                </a:solidFill>
                <a:latin typeface="Montserrat" panose="00000500000000000000" pitchFamily="2" charset="0"/>
              </a:endParaRPr>
            </a:p>
          </p:txBody>
        </p:sp>
        <p:grpSp>
          <p:nvGrpSpPr>
            <p:cNvPr id="26" name="Group 25"/>
            <p:cNvGrpSpPr/>
            <p:nvPr/>
          </p:nvGrpSpPr>
          <p:grpSpPr>
            <a:xfrm>
              <a:off x="1290202" y="1672926"/>
              <a:ext cx="1046598" cy="1046598"/>
              <a:chOff x="1116423" y="1499147"/>
              <a:chExt cx="1394156" cy="1394156"/>
            </a:xfrm>
          </p:grpSpPr>
          <p:grpSp>
            <p:nvGrpSpPr>
              <p:cNvPr id="23" name="Group 22"/>
              <p:cNvGrpSpPr/>
              <p:nvPr/>
            </p:nvGrpSpPr>
            <p:grpSpPr>
              <a:xfrm>
                <a:off x="1116423" y="1499147"/>
                <a:ext cx="1394156" cy="1394156"/>
                <a:chOff x="7923461" y="936252"/>
                <a:chExt cx="1394156" cy="1394156"/>
              </a:xfrm>
            </p:grpSpPr>
            <p:sp>
              <p:nvSpPr>
                <p:cNvPr id="24" name="Oval 23"/>
                <p:cNvSpPr/>
                <p:nvPr/>
              </p:nvSpPr>
              <p:spPr>
                <a:xfrm>
                  <a:off x="8016896" y="1029687"/>
                  <a:ext cx="1207287" cy="120728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Circle: Hollow 24"/>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2052" name="Picture 4" descr="Linear regression - Free arrows icons"/>
              <p:cNvPicPr>
                <a:picLocks noChangeAspect="1" noChangeArrowheads="1"/>
              </p:cNvPicPr>
              <p:nvPr/>
            </p:nvPicPr>
            <p:blipFill>
              <a:blip r:embed="rId1" cstate="email"/>
              <a:srcRect/>
              <a:stretch>
                <a:fillRect/>
              </a:stretch>
            </p:blipFill>
            <p:spPr bwMode="auto">
              <a:xfrm>
                <a:off x="1531773" y="1914497"/>
                <a:ext cx="563456" cy="56345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8" name="Group 27"/>
            <p:cNvGrpSpPr/>
            <p:nvPr/>
          </p:nvGrpSpPr>
          <p:grpSpPr>
            <a:xfrm>
              <a:off x="4128530" y="1672926"/>
              <a:ext cx="1046598" cy="1046598"/>
              <a:chOff x="7923461" y="936252"/>
              <a:chExt cx="1394156" cy="1394156"/>
            </a:xfrm>
          </p:grpSpPr>
          <p:sp>
            <p:nvSpPr>
              <p:cNvPr id="30" name="Oval 29"/>
              <p:cNvSpPr/>
              <p:nvPr/>
            </p:nvSpPr>
            <p:spPr>
              <a:xfrm>
                <a:off x="8016896" y="1029687"/>
                <a:ext cx="1207287" cy="120728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Circle: Hollow 30"/>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3" name="Group 32"/>
            <p:cNvGrpSpPr/>
            <p:nvPr/>
          </p:nvGrpSpPr>
          <p:grpSpPr>
            <a:xfrm>
              <a:off x="7016873" y="1672926"/>
              <a:ext cx="1046598" cy="1046598"/>
              <a:chOff x="7923461" y="936252"/>
              <a:chExt cx="1394156" cy="1394156"/>
            </a:xfrm>
          </p:grpSpPr>
          <p:sp>
            <p:nvSpPr>
              <p:cNvPr id="35" name="Oval 34"/>
              <p:cNvSpPr/>
              <p:nvPr/>
            </p:nvSpPr>
            <p:spPr>
              <a:xfrm>
                <a:off x="8016896" y="1029687"/>
                <a:ext cx="1207287" cy="120728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Circle: Hollow 35"/>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8" name="Group 37"/>
            <p:cNvGrpSpPr/>
            <p:nvPr/>
          </p:nvGrpSpPr>
          <p:grpSpPr>
            <a:xfrm>
              <a:off x="9905215" y="1672926"/>
              <a:ext cx="1046598" cy="1046598"/>
              <a:chOff x="7923461" y="936252"/>
              <a:chExt cx="1394156" cy="1394156"/>
            </a:xfrm>
          </p:grpSpPr>
          <p:sp>
            <p:nvSpPr>
              <p:cNvPr id="40" name="Oval 39"/>
              <p:cNvSpPr/>
              <p:nvPr/>
            </p:nvSpPr>
            <p:spPr>
              <a:xfrm>
                <a:off x="8016896" y="1029687"/>
                <a:ext cx="1207287" cy="120728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Circle: Hollow 40"/>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2" name="TextBox 41"/>
            <p:cNvSpPr txBox="1"/>
            <p:nvPr/>
          </p:nvSpPr>
          <p:spPr>
            <a:xfrm>
              <a:off x="3263900" y="3525261"/>
              <a:ext cx="2772228" cy="646331"/>
            </a:xfrm>
            <a:prstGeom prst="rect">
              <a:avLst/>
            </a:prstGeom>
            <a:noFill/>
          </p:spPr>
          <p:txBody>
            <a:bodyPr wrap="square">
              <a:spAutoFit/>
            </a:bodyPr>
            <a:lstStyle/>
            <a:p>
              <a:pPr algn="ctr"/>
              <a:r>
                <a:rPr lang="en-IN" b="1" dirty="0">
                  <a:solidFill>
                    <a:schemeClr val="bg1"/>
                  </a:solidFill>
                  <a:latin typeface="Montserrat" panose="00000500000000000000" pitchFamily="2" charset="0"/>
                </a:rPr>
                <a:t>Decision </a:t>
              </a:r>
              <a:endParaRPr lang="en-IN" b="1" dirty="0">
                <a:solidFill>
                  <a:schemeClr val="bg1"/>
                </a:solidFill>
                <a:latin typeface="Montserrat" panose="00000500000000000000" pitchFamily="2" charset="0"/>
              </a:endParaRPr>
            </a:p>
            <a:p>
              <a:pPr algn="ctr"/>
              <a:r>
                <a:rPr lang="en-IN" b="1" dirty="0">
                  <a:solidFill>
                    <a:schemeClr val="bg1"/>
                  </a:solidFill>
                  <a:latin typeface="Montserrat" panose="00000500000000000000" pitchFamily="2" charset="0"/>
                </a:rPr>
                <a:t>Trees</a:t>
              </a:r>
              <a:endParaRPr lang="en-IN" b="1" dirty="0">
                <a:solidFill>
                  <a:schemeClr val="bg1"/>
                </a:solidFill>
                <a:latin typeface="Montserrat" panose="00000500000000000000" pitchFamily="2" charset="0"/>
              </a:endParaRPr>
            </a:p>
          </p:txBody>
        </p:sp>
        <p:sp>
          <p:nvSpPr>
            <p:cNvPr id="43" name="TextBox 42"/>
            <p:cNvSpPr txBox="1"/>
            <p:nvPr/>
          </p:nvSpPr>
          <p:spPr>
            <a:xfrm>
              <a:off x="6152244" y="3525261"/>
              <a:ext cx="2772228" cy="646331"/>
            </a:xfrm>
            <a:prstGeom prst="rect">
              <a:avLst/>
            </a:prstGeom>
            <a:noFill/>
          </p:spPr>
          <p:txBody>
            <a:bodyPr wrap="square">
              <a:spAutoFit/>
            </a:bodyPr>
            <a:lstStyle/>
            <a:p>
              <a:pPr algn="ctr"/>
              <a:r>
                <a:rPr lang="en-IN" b="1" dirty="0">
                  <a:solidFill>
                    <a:schemeClr val="bg1"/>
                  </a:solidFill>
                  <a:latin typeface="Montserrat" panose="00000500000000000000" pitchFamily="2" charset="0"/>
                </a:rPr>
                <a:t>Neural </a:t>
              </a:r>
              <a:endParaRPr lang="en-IN" b="1" dirty="0">
                <a:solidFill>
                  <a:schemeClr val="bg1"/>
                </a:solidFill>
                <a:latin typeface="Montserrat" panose="00000500000000000000" pitchFamily="2" charset="0"/>
              </a:endParaRPr>
            </a:p>
            <a:p>
              <a:pPr algn="ctr"/>
              <a:r>
                <a:rPr lang="en-IN" b="1" dirty="0">
                  <a:solidFill>
                    <a:schemeClr val="bg1"/>
                  </a:solidFill>
                  <a:latin typeface="Montserrat" panose="00000500000000000000" pitchFamily="2" charset="0"/>
                </a:rPr>
                <a:t>Networks</a:t>
              </a:r>
              <a:endParaRPr lang="en-IN" b="1" dirty="0">
                <a:solidFill>
                  <a:schemeClr val="bg1"/>
                </a:solidFill>
                <a:latin typeface="Montserrat" panose="00000500000000000000" pitchFamily="2" charset="0"/>
              </a:endParaRPr>
            </a:p>
          </p:txBody>
        </p:sp>
        <p:sp>
          <p:nvSpPr>
            <p:cNvPr id="44" name="TextBox 43"/>
            <p:cNvSpPr txBox="1"/>
            <p:nvPr/>
          </p:nvSpPr>
          <p:spPr>
            <a:xfrm>
              <a:off x="9040586" y="3525261"/>
              <a:ext cx="2772228" cy="646331"/>
            </a:xfrm>
            <a:prstGeom prst="rect">
              <a:avLst/>
            </a:prstGeom>
            <a:noFill/>
          </p:spPr>
          <p:txBody>
            <a:bodyPr wrap="square">
              <a:spAutoFit/>
            </a:bodyPr>
            <a:lstStyle/>
            <a:p>
              <a:pPr algn="ctr"/>
              <a:r>
                <a:rPr lang="en-IN" b="1" dirty="0">
                  <a:solidFill>
                    <a:schemeClr val="bg1"/>
                  </a:solidFill>
                  <a:latin typeface="Montserrat" panose="00000500000000000000" pitchFamily="2" charset="0"/>
                </a:rPr>
                <a:t>Ensemble </a:t>
              </a:r>
              <a:endParaRPr lang="en-IN" b="1" dirty="0">
                <a:solidFill>
                  <a:schemeClr val="bg1"/>
                </a:solidFill>
                <a:latin typeface="Montserrat" panose="00000500000000000000" pitchFamily="2" charset="0"/>
              </a:endParaRPr>
            </a:p>
            <a:p>
              <a:pPr algn="ctr"/>
              <a:r>
                <a:rPr lang="en-IN" b="1" dirty="0">
                  <a:solidFill>
                    <a:schemeClr val="bg1"/>
                  </a:solidFill>
                  <a:latin typeface="Montserrat" panose="00000500000000000000" pitchFamily="2" charset="0"/>
                </a:rPr>
                <a:t>Methods</a:t>
              </a:r>
              <a:endParaRPr lang="en-IN" b="1" dirty="0">
                <a:solidFill>
                  <a:schemeClr val="bg1"/>
                </a:solidFill>
                <a:latin typeface="Montserrat" panose="00000500000000000000" pitchFamily="2" charset="0"/>
              </a:endParaRPr>
            </a:p>
          </p:txBody>
        </p:sp>
        <p:pic>
          <p:nvPicPr>
            <p:cNvPr id="2054" name="Picture 6" descr="Decision Tree Icons - Free SVG &amp; PNG Decision Tree Images - Noun Project"/>
            <p:cNvPicPr>
              <a:picLocks noChangeAspect="1" noChangeArrowheads="1"/>
            </p:cNvPicPr>
            <p:nvPr/>
          </p:nvPicPr>
          <p:blipFill>
            <a:blip r:embed="rId2" cstate="email"/>
            <a:srcRect/>
            <a:stretch>
              <a:fillRect/>
            </a:stretch>
          </p:blipFill>
          <p:spPr bwMode="auto">
            <a:xfrm>
              <a:off x="4379091" y="1936385"/>
              <a:ext cx="545473" cy="54547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eural Network Icons - Free SVG &amp; PNG Neural Network Images - Noun Project"/>
            <p:cNvPicPr>
              <a:picLocks noChangeAspect="1" noChangeArrowheads="1"/>
            </p:cNvPicPr>
            <p:nvPr/>
          </p:nvPicPr>
          <p:blipFill>
            <a:blip r:embed="rId3" cstate="email"/>
            <a:srcRect/>
            <a:stretch>
              <a:fillRect/>
            </a:stretch>
          </p:blipFill>
          <p:spPr bwMode="auto">
            <a:xfrm>
              <a:off x="7273828" y="1929881"/>
              <a:ext cx="532689" cy="532689"/>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Ensemble Icons - Free SVG &amp; PNG Ensemble Images - Noun Project"/>
            <p:cNvPicPr>
              <a:picLocks noChangeAspect="1" noChangeArrowheads="1"/>
            </p:cNvPicPr>
            <p:nvPr/>
          </p:nvPicPr>
          <p:blipFill>
            <a:blip r:embed="rId4" cstate="email"/>
            <a:srcRect/>
            <a:stretch>
              <a:fillRect/>
            </a:stretch>
          </p:blipFill>
          <p:spPr bwMode="auto">
            <a:xfrm>
              <a:off x="10214046" y="1984731"/>
              <a:ext cx="450340" cy="450340"/>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p:cNvSpPr txBox="1"/>
            <p:nvPr/>
          </p:nvSpPr>
          <p:spPr>
            <a:xfrm>
              <a:off x="377372" y="4507158"/>
              <a:ext cx="2763156" cy="1158651"/>
            </a:xfrm>
            <a:prstGeom prst="rect">
              <a:avLst/>
            </a:prstGeom>
            <a:noFill/>
          </p:spPr>
          <p:txBody>
            <a:bodyPr wrap="square">
              <a:spAutoFit/>
            </a:bodyPr>
            <a:lstStyle/>
            <a:p>
              <a:pPr algn="ctr">
                <a:lnSpc>
                  <a:spcPct val="150000"/>
                </a:lnSpc>
              </a:pPr>
              <a:r>
                <a:rPr lang="en-US" sz="1600" b="0" i="0" dirty="0">
                  <a:solidFill>
                    <a:schemeClr val="bg1"/>
                  </a:solidFill>
                  <a:effectLst/>
                  <a:latin typeface="Montserrat" panose="00000500000000000000" pitchFamily="2" charset="0"/>
                </a:rPr>
                <a:t>Quantifies relationships, predicts continuous or categorical outcomes.</a:t>
              </a:r>
              <a:endParaRPr lang="en-IN" sz="1600" dirty="0">
                <a:solidFill>
                  <a:schemeClr val="bg1"/>
                </a:solidFill>
                <a:latin typeface="Montserrat" panose="00000500000000000000" pitchFamily="2" charset="0"/>
              </a:endParaRPr>
            </a:p>
          </p:txBody>
        </p:sp>
        <p:sp>
          <p:nvSpPr>
            <p:cNvPr id="47" name="TextBox 46"/>
            <p:cNvSpPr txBox="1"/>
            <p:nvPr/>
          </p:nvSpPr>
          <p:spPr>
            <a:xfrm>
              <a:off x="3269342" y="4507158"/>
              <a:ext cx="2763156" cy="1158651"/>
            </a:xfrm>
            <a:prstGeom prst="rect">
              <a:avLst/>
            </a:prstGeom>
            <a:noFill/>
          </p:spPr>
          <p:txBody>
            <a:bodyPr wrap="square">
              <a:spAutoFit/>
            </a:bodyPr>
            <a:lstStyle/>
            <a:p>
              <a:pPr algn="ctr">
                <a:lnSpc>
                  <a:spcPct val="150000"/>
                </a:lnSpc>
              </a:pPr>
              <a:r>
                <a:rPr lang="en-US" sz="1600" dirty="0">
                  <a:solidFill>
                    <a:schemeClr val="bg1"/>
                  </a:solidFill>
                  <a:latin typeface="Montserrat" panose="00000500000000000000" pitchFamily="2" charset="0"/>
                </a:rPr>
                <a:t>Splits data into branches for classification or regression.</a:t>
              </a:r>
              <a:endParaRPr lang="en-IN" sz="1600" dirty="0">
                <a:solidFill>
                  <a:schemeClr val="bg1"/>
                </a:solidFill>
                <a:latin typeface="Montserrat" panose="00000500000000000000" pitchFamily="2" charset="0"/>
              </a:endParaRPr>
            </a:p>
          </p:txBody>
        </p:sp>
        <p:sp>
          <p:nvSpPr>
            <p:cNvPr id="48" name="TextBox 47"/>
            <p:cNvSpPr txBox="1"/>
            <p:nvPr/>
          </p:nvSpPr>
          <p:spPr>
            <a:xfrm>
              <a:off x="6161316" y="4507158"/>
              <a:ext cx="2763156" cy="1158651"/>
            </a:xfrm>
            <a:prstGeom prst="rect">
              <a:avLst/>
            </a:prstGeom>
            <a:noFill/>
          </p:spPr>
          <p:txBody>
            <a:bodyPr wrap="square">
              <a:spAutoFit/>
            </a:bodyPr>
            <a:lstStyle/>
            <a:p>
              <a:pPr algn="ctr">
                <a:lnSpc>
                  <a:spcPct val="150000"/>
                </a:lnSpc>
              </a:pPr>
              <a:r>
                <a:rPr lang="en-IN" sz="1600" dirty="0">
                  <a:solidFill>
                    <a:schemeClr val="bg1"/>
                  </a:solidFill>
                  <a:latin typeface="Montserrat" panose="00000500000000000000" pitchFamily="2" charset="0"/>
                </a:rPr>
                <a:t>Mimics brain structure for complex pattern recognition, prediction.</a:t>
              </a:r>
              <a:endParaRPr lang="en-IN" sz="1600" dirty="0">
                <a:solidFill>
                  <a:schemeClr val="bg1"/>
                </a:solidFill>
                <a:latin typeface="Montserrat" panose="00000500000000000000" pitchFamily="2" charset="0"/>
              </a:endParaRPr>
            </a:p>
          </p:txBody>
        </p:sp>
        <p:sp>
          <p:nvSpPr>
            <p:cNvPr id="49" name="TextBox 48"/>
            <p:cNvSpPr txBox="1"/>
            <p:nvPr/>
          </p:nvSpPr>
          <p:spPr>
            <a:xfrm>
              <a:off x="9057638" y="4507158"/>
              <a:ext cx="2763156" cy="1158651"/>
            </a:xfrm>
            <a:prstGeom prst="rect">
              <a:avLst/>
            </a:prstGeom>
            <a:noFill/>
          </p:spPr>
          <p:txBody>
            <a:bodyPr wrap="square">
              <a:spAutoFit/>
            </a:bodyPr>
            <a:lstStyle/>
            <a:p>
              <a:pPr algn="ctr">
                <a:lnSpc>
                  <a:spcPct val="150000"/>
                </a:lnSpc>
              </a:pPr>
              <a:r>
                <a:rPr lang="en-US" sz="1600" dirty="0">
                  <a:solidFill>
                    <a:schemeClr val="bg1"/>
                  </a:solidFill>
                  <a:latin typeface="Montserrat" panose="00000500000000000000" pitchFamily="2" charset="0"/>
                </a:rPr>
                <a:t>Combines multiple models for improved accuracy and stability.</a:t>
              </a:r>
              <a:endParaRPr lang="en-IN" sz="1600" dirty="0">
                <a:solidFill>
                  <a:schemeClr val="bg1"/>
                </a:solidFill>
                <a:latin typeface="Montserrat" panose="00000500000000000000" pitchFamily="2"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527261" y="2025432"/>
            <a:ext cx="6096000" cy="2853097"/>
            <a:chOff x="879233" y="1691305"/>
            <a:chExt cx="6096000" cy="2853097"/>
          </a:xfrm>
        </p:grpSpPr>
        <p:sp>
          <p:nvSpPr>
            <p:cNvPr id="3" name="TextBox 2"/>
            <p:cNvSpPr txBox="1"/>
            <p:nvPr/>
          </p:nvSpPr>
          <p:spPr>
            <a:xfrm>
              <a:off x="879233" y="1691305"/>
              <a:ext cx="6096000" cy="953135"/>
            </a:xfrm>
            <a:prstGeom prst="rect">
              <a:avLst/>
            </a:prstGeom>
            <a:noFill/>
          </p:spPr>
          <p:txBody>
            <a:bodyPr wrap="square">
              <a:spAutoFit/>
            </a:bodyPr>
            <a:lstStyle/>
            <a:p>
              <a:r>
                <a:rPr lang="en-US" altLang="en-GB" sz="2800" b="1" dirty="0">
                  <a:solidFill>
                    <a:schemeClr val="accent1"/>
                  </a:solidFill>
                  <a:latin typeface="Montserrat" panose="00000500000000000000" pitchFamily="2" charset="0"/>
                </a:rPr>
                <a:t>Dataset Overview</a:t>
              </a:r>
              <a:endParaRPr lang="en-US" altLang="en-GB" sz="2800" b="1" dirty="0">
                <a:solidFill>
                  <a:schemeClr val="accent1"/>
                </a:solidFill>
                <a:latin typeface="Montserrat" panose="00000500000000000000" pitchFamily="2" charset="0"/>
              </a:endParaRPr>
            </a:p>
            <a:p>
              <a:endParaRPr lang="en-US" altLang="en-GB" sz="2800" b="1" dirty="0">
                <a:solidFill>
                  <a:schemeClr val="accent1"/>
                </a:solidFill>
                <a:latin typeface="Montserrat" panose="00000500000000000000" pitchFamily="2" charset="0"/>
              </a:endParaRPr>
            </a:p>
          </p:txBody>
        </p:sp>
        <p:sp>
          <p:nvSpPr>
            <p:cNvPr id="4" name="TextBox 3"/>
            <p:cNvSpPr txBox="1"/>
            <p:nvPr/>
          </p:nvSpPr>
          <p:spPr>
            <a:xfrm>
              <a:off x="879233" y="2375877"/>
              <a:ext cx="5289339" cy="2168525"/>
            </a:xfrm>
            <a:prstGeom prst="rect">
              <a:avLst/>
            </a:prstGeom>
            <a:noFill/>
          </p:spPr>
          <p:txBody>
            <a:bodyPr wrap="square">
              <a:spAutoFit/>
            </a:bodyPr>
            <a:lstStyle/>
            <a:p>
              <a:pPr>
                <a:lnSpc>
                  <a:spcPct val="150000"/>
                </a:lnSpc>
              </a:pPr>
              <a:r>
                <a:rPr>
                  <a:latin typeface="Bell MT" panose="02020503060305020303" charset="0"/>
                  <a:cs typeface="Bell MT" panose="02020503060305020303" charset="0"/>
                  <a:sym typeface="+mn-ea"/>
                </a:rPr>
                <a:t>• Source: UCI Heart Disease Dataset</a:t>
              </a:r>
              <a:endParaRPr>
                <a:latin typeface="Bell MT" panose="02020503060305020303" charset="0"/>
                <a:cs typeface="Bell MT" panose="02020503060305020303" charset="0"/>
                <a:sym typeface="+mn-ea"/>
              </a:endParaRPr>
            </a:p>
            <a:p>
              <a:pPr>
                <a:lnSpc>
                  <a:spcPct val="150000"/>
                </a:lnSpc>
              </a:pPr>
              <a:r>
                <a:rPr>
                  <a:latin typeface="Bell MT" panose="02020503060305020303" charset="0"/>
                  <a:cs typeface="Bell MT" panose="02020503060305020303" charset="0"/>
                  <a:sym typeface="+mn-ea"/>
                </a:rPr>
                <a:t>• Features: 14 attributes including age, sex, chest pain type, blood pressure, cholesterol, etc.</a:t>
              </a:r>
              <a:endParaRPr>
                <a:latin typeface="Bell MT" panose="02020503060305020303" charset="0"/>
                <a:cs typeface="Bell MT" panose="02020503060305020303" charset="0"/>
                <a:sym typeface="+mn-ea"/>
              </a:endParaRPr>
            </a:p>
            <a:p>
              <a:pPr>
                <a:lnSpc>
                  <a:spcPct val="150000"/>
                </a:lnSpc>
              </a:pPr>
              <a:r>
                <a:rPr>
                  <a:latin typeface="Bell MT" panose="02020503060305020303" charset="0"/>
                  <a:cs typeface="Bell MT" panose="02020503060305020303" charset="0"/>
                  <a:sym typeface="+mn-ea"/>
                </a:rPr>
                <a:t>• Target: Presence or absence of heart disease</a:t>
              </a:r>
              <a:endParaRPr>
                <a:latin typeface="Bell MT" panose="02020503060305020303" charset="0"/>
                <a:cs typeface="Bell MT" panose="02020503060305020303" charset="0"/>
                <a:sym typeface="+mn-ea"/>
              </a:endParaRPr>
            </a:p>
            <a:p>
              <a:pPr>
                <a:lnSpc>
                  <a:spcPct val="150000"/>
                </a:lnSpc>
              </a:pPr>
              <a:r>
                <a:rPr>
                  <a:latin typeface="Bell MT" panose="02020503060305020303" charset="0"/>
                  <a:cs typeface="Bell MT" panose="02020503060305020303" charset="0"/>
                  <a:sym typeface="+mn-ea"/>
                </a:rPr>
                <a:t>• Dataset Size: 303 samples</a:t>
              </a:r>
              <a:endParaRPr lang="en-IN" dirty="0">
                <a:solidFill>
                  <a:schemeClr val="tx1">
                    <a:lumMod val="75000"/>
                    <a:lumOff val="25000"/>
                  </a:schemeClr>
                </a:solidFill>
                <a:latin typeface="Bell MT" panose="02020503060305020303" charset="0"/>
                <a:cs typeface="Bell MT" panose="02020503060305020303" charset="0"/>
              </a:endParaRPr>
            </a:p>
          </p:txBody>
        </p:sp>
      </p:grpSp>
      <p:sp>
        <p:nvSpPr>
          <p:cNvPr id="6" name="Rectangle 5"/>
          <p:cNvSpPr/>
          <p:nvPr/>
        </p:nvSpPr>
        <p:spPr>
          <a:xfrm>
            <a:off x="8282216" y="0"/>
            <a:ext cx="2002971" cy="68575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2" descr="Medical team having a meeting with doctors in white lab coats and surgical scrubs seated at a table discussing a patients working online using computers in the medical industry"/>
          <p:cNvPicPr>
            <a:picLocks noChangeAspect="1" noChangeArrowheads="1"/>
          </p:cNvPicPr>
          <p:nvPr/>
        </p:nvPicPr>
        <p:blipFill>
          <a:blip r:embed="rId1"/>
          <a:srcRect/>
          <a:stretch>
            <a:fillRect/>
          </a:stretch>
        </p:blipFill>
        <p:spPr bwMode="auto">
          <a:xfrm>
            <a:off x="5901836" y="1438048"/>
            <a:ext cx="5962650" cy="3981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89029" y="0"/>
            <a:ext cx="2002971" cy="23803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751840" y="669925"/>
            <a:ext cx="7099300" cy="6733540"/>
          </a:xfrm>
          <a:prstGeom prst="rect">
            <a:avLst/>
          </a:prstGeom>
          <a:noFill/>
        </p:spPr>
        <p:txBody>
          <a:bodyPr wrap="square">
            <a:noAutofit/>
          </a:bodyPr>
          <a:lstStyle/>
          <a:p>
            <a:pPr algn="ctr">
              <a:spcBef>
                <a:spcPts val="1200"/>
              </a:spcBef>
            </a:pPr>
            <a:r>
              <a:rPr lang="en-US" sz="3200" b="1" i="0" dirty="0">
                <a:solidFill>
                  <a:schemeClr val="accent1"/>
                </a:solidFill>
                <a:effectLst/>
                <a:highlight>
                  <a:srgbClr val="FFFFFF"/>
                </a:highlight>
                <a:latin typeface="Gadugi" panose="020B0502040204020203" charset="0"/>
                <a:cs typeface="Gadugi" panose="020B0502040204020203" charset="0"/>
              </a:rPr>
              <a:t>Methodology</a:t>
            </a:r>
            <a:endParaRPr lang="en-US" sz="3200" b="1" i="0" dirty="0">
              <a:solidFill>
                <a:schemeClr val="accent1"/>
              </a:solidFill>
              <a:effectLst/>
              <a:highlight>
                <a:srgbClr val="FFFFFF"/>
              </a:highlight>
              <a:latin typeface="Gadugi" panose="020B0502040204020203" charset="0"/>
              <a:cs typeface="Gadugi" panose="020B0502040204020203" charset="0"/>
            </a:endParaRPr>
          </a:p>
          <a:p>
            <a:pPr algn="l">
              <a:spcBef>
                <a:spcPts val="1200"/>
              </a:spcBef>
            </a:pPr>
            <a:r>
              <a:rPr sz="2000">
                <a:highlight>
                  <a:srgbClr val="FFFFFF"/>
                </a:highlight>
                <a:latin typeface="Bahnschrift SemiBold" panose="020B0502040204020203" charset="0"/>
                <a:cs typeface="Bahnschrift SemiBold" panose="020B0502040204020203" charset="0"/>
                <a:sym typeface="+mn-ea"/>
              </a:rPr>
              <a:t>1. Data Preprocessing:</a:t>
            </a:r>
            <a:endParaRPr sz="2000">
              <a:highlight>
                <a:srgbClr val="FFFFFF"/>
              </a:highlight>
              <a:latin typeface="Bahnschrift SemiBold" panose="020B0502040204020203" charset="0"/>
              <a:cs typeface="Bahnschrift SemiBold" panose="020B0502040204020203" charset="0"/>
              <a:sym typeface="+mn-ea"/>
            </a:endParaRPr>
          </a:p>
          <a:p>
            <a:pPr algn="l">
              <a:spcBef>
                <a:spcPts val="1200"/>
              </a:spcBef>
            </a:pPr>
            <a:r>
              <a:rPr sz="2000">
                <a:highlight>
                  <a:srgbClr val="FFFFFF"/>
                </a:highlight>
                <a:latin typeface="Bahnschrift SemiBold" panose="020B0502040204020203" charset="0"/>
                <a:cs typeface="Bahnschrift SemiBold" panose="020B0502040204020203" charset="0"/>
                <a:sym typeface="+mn-ea"/>
              </a:rPr>
              <a:t>   - Handling missing values</a:t>
            </a:r>
            <a:endParaRPr sz="2000">
              <a:highlight>
                <a:srgbClr val="FFFFFF"/>
              </a:highlight>
              <a:latin typeface="Bahnschrift SemiBold" panose="020B0502040204020203" charset="0"/>
              <a:cs typeface="Bahnschrift SemiBold" panose="020B0502040204020203" charset="0"/>
              <a:sym typeface="+mn-ea"/>
            </a:endParaRPr>
          </a:p>
          <a:p>
            <a:pPr algn="l">
              <a:spcBef>
                <a:spcPts val="1200"/>
              </a:spcBef>
            </a:pPr>
            <a:r>
              <a:rPr sz="2000">
                <a:highlight>
                  <a:srgbClr val="FFFFFF"/>
                </a:highlight>
                <a:latin typeface="Bahnschrift SemiBold" panose="020B0502040204020203" charset="0"/>
                <a:cs typeface="Bahnschrift SemiBold" panose="020B0502040204020203" charset="0"/>
                <a:sym typeface="+mn-ea"/>
              </a:rPr>
              <a:t>   - Feature scaling and encoding</a:t>
            </a:r>
            <a:endParaRPr lang="en-US" sz="2000" b="0" i="0" dirty="0">
              <a:solidFill>
                <a:schemeClr val="tx1">
                  <a:lumMod val="75000"/>
                  <a:lumOff val="25000"/>
                </a:schemeClr>
              </a:solidFill>
              <a:effectLst/>
              <a:highlight>
                <a:srgbClr val="FFFFFF"/>
              </a:highlight>
              <a:latin typeface="Bahnschrift SemiBold" panose="020B0502040204020203" charset="0"/>
              <a:cs typeface="Bahnschrift SemiBold" panose="020B0502040204020203" charset="0"/>
            </a:endParaRPr>
          </a:p>
          <a:p>
            <a:pPr algn="l">
              <a:spcBef>
                <a:spcPts val="1200"/>
              </a:spcBef>
            </a:pPr>
            <a:r>
              <a:rPr sz="2000">
                <a:highlight>
                  <a:srgbClr val="FFFFFF"/>
                </a:highlight>
                <a:latin typeface="Bahnschrift SemiBold" panose="020B0502040204020203" charset="0"/>
                <a:cs typeface="Bahnschrift SemiBold" panose="020B0502040204020203" charset="0"/>
                <a:sym typeface="+mn-ea"/>
              </a:rPr>
              <a:t>2. Model Building:</a:t>
            </a:r>
            <a:endParaRPr sz="2000">
              <a:highlight>
                <a:srgbClr val="FFFFFF"/>
              </a:highlight>
              <a:latin typeface="Bahnschrift SemiBold" panose="020B0502040204020203" charset="0"/>
              <a:cs typeface="Bahnschrift SemiBold" panose="020B0502040204020203" charset="0"/>
              <a:sym typeface="+mn-ea"/>
            </a:endParaRPr>
          </a:p>
          <a:p>
            <a:pPr algn="l">
              <a:spcBef>
                <a:spcPts val="1200"/>
              </a:spcBef>
            </a:pPr>
            <a:r>
              <a:rPr sz="2000">
                <a:highlight>
                  <a:srgbClr val="FFFFFF"/>
                </a:highlight>
                <a:latin typeface="Bahnschrift SemiBold" panose="020B0502040204020203" charset="0"/>
                <a:cs typeface="Bahnschrift SemiBold" panose="020B0502040204020203" charset="0"/>
                <a:sym typeface="+mn-ea"/>
              </a:rPr>
              <a:t>   - Logistic Regression</a:t>
            </a:r>
            <a:endParaRPr sz="2000">
              <a:highlight>
                <a:srgbClr val="FFFFFF"/>
              </a:highlight>
              <a:latin typeface="Bahnschrift SemiBold" panose="020B0502040204020203" charset="0"/>
              <a:cs typeface="Bahnschrift SemiBold" panose="020B0502040204020203" charset="0"/>
              <a:sym typeface="+mn-ea"/>
            </a:endParaRPr>
          </a:p>
          <a:p>
            <a:pPr algn="l">
              <a:spcBef>
                <a:spcPts val="1200"/>
              </a:spcBef>
            </a:pPr>
            <a:r>
              <a:rPr sz="2000">
                <a:highlight>
                  <a:srgbClr val="FFFFFF"/>
                </a:highlight>
                <a:latin typeface="Bahnschrift SemiBold" panose="020B0502040204020203" charset="0"/>
                <a:cs typeface="Bahnschrift SemiBold" panose="020B0502040204020203" charset="0"/>
                <a:sym typeface="+mn-ea"/>
              </a:rPr>
              <a:t>   - Support Vector Machine</a:t>
            </a:r>
            <a:endParaRPr sz="2000">
              <a:highlight>
                <a:srgbClr val="FFFFFF"/>
              </a:highlight>
              <a:latin typeface="Bahnschrift SemiBold" panose="020B0502040204020203" charset="0"/>
              <a:cs typeface="Bahnschrift SemiBold" panose="020B0502040204020203" charset="0"/>
              <a:sym typeface="+mn-ea"/>
            </a:endParaRPr>
          </a:p>
          <a:p>
            <a:pPr algn="l">
              <a:spcBef>
                <a:spcPts val="1200"/>
              </a:spcBef>
            </a:pPr>
            <a:r>
              <a:rPr sz="2000">
                <a:highlight>
                  <a:srgbClr val="FFFFFF"/>
                </a:highlight>
                <a:latin typeface="Bahnschrift SemiBold" panose="020B0502040204020203" charset="0"/>
                <a:cs typeface="Bahnschrift SemiBold" panose="020B0502040204020203" charset="0"/>
                <a:sym typeface="+mn-ea"/>
              </a:rPr>
              <a:t>   - Gradient Boosting</a:t>
            </a:r>
            <a:endParaRPr sz="2000">
              <a:highlight>
                <a:srgbClr val="FFFFFF"/>
              </a:highlight>
              <a:latin typeface="Bahnschrift SemiBold" panose="020B0502040204020203" charset="0"/>
              <a:cs typeface="Bahnschrift SemiBold" panose="020B0502040204020203" charset="0"/>
              <a:sym typeface="+mn-ea"/>
            </a:endParaRPr>
          </a:p>
          <a:p>
            <a:pPr algn="l">
              <a:spcBef>
                <a:spcPts val="1200"/>
              </a:spcBef>
            </a:pPr>
            <a:r>
              <a:rPr sz="2000">
                <a:highlight>
                  <a:srgbClr val="FFFFFF"/>
                </a:highlight>
                <a:latin typeface="Bahnschrift SemiBold" panose="020B0502040204020203" charset="0"/>
                <a:cs typeface="Bahnschrift SemiBold" panose="020B0502040204020203" charset="0"/>
                <a:sym typeface="+mn-ea"/>
              </a:rPr>
              <a:t>   - Multi-layer Perceptron (PyTorch)</a:t>
            </a:r>
            <a:endParaRPr lang="en-US" sz="2000" b="0" i="0" dirty="0">
              <a:solidFill>
                <a:schemeClr val="tx1">
                  <a:lumMod val="75000"/>
                  <a:lumOff val="25000"/>
                </a:schemeClr>
              </a:solidFill>
              <a:effectLst/>
              <a:highlight>
                <a:srgbClr val="FFFFFF"/>
              </a:highlight>
              <a:latin typeface="Bahnschrift SemiBold" panose="020B0502040204020203" charset="0"/>
              <a:cs typeface="Bahnschrift SemiBold" panose="020B0502040204020203" charset="0"/>
            </a:endParaRPr>
          </a:p>
          <a:p>
            <a:pPr algn="l">
              <a:spcBef>
                <a:spcPts val="1200"/>
              </a:spcBef>
            </a:pPr>
            <a:r>
              <a:rPr sz="2000">
                <a:highlight>
                  <a:srgbClr val="FFFFFF"/>
                </a:highlight>
                <a:latin typeface="Bahnschrift SemiBold" panose="020B0502040204020203" charset="0"/>
                <a:cs typeface="Bahnschrift SemiBold" panose="020B0502040204020203" charset="0"/>
                <a:sym typeface="+mn-ea"/>
              </a:rPr>
              <a:t>3. Evaluation:</a:t>
            </a:r>
            <a:endParaRPr sz="2000">
              <a:highlight>
                <a:srgbClr val="FFFFFF"/>
              </a:highlight>
              <a:latin typeface="Bahnschrift SemiBold" panose="020B0502040204020203" charset="0"/>
              <a:cs typeface="Bahnschrift SemiBold" panose="020B0502040204020203" charset="0"/>
              <a:sym typeface="+mn-ea"/>
            </a:endParaRPr>
          </a:p>
          <a:p>
            <a:pPr algn="l">
              <a:spcBef>
                <a:spcPts val="1200"/>
              </a:spcBef>
            </a:pPr>
            <a:r>
              <a:rPr sz="2000">
                <a:highlight>
                  <a:srgbClr val="FFFFFF"/>
                </a:highlight>
                <a:latin typeface="Bahnschrift SemiBold" panose="020B0502040204020203" charset="0"/>
                <a:cs typeface="Bahnschrift SemiBold" panose="020B0502040204020203" charset="0"/>
                <a:sym typeface="+mn-ea"/>
              </a:rPr>
              <a:t>   - Accuracy, Precision, Recall, F1-Score, Confusion Matrix</a:t>
            </a:r>
            <a:endParaRPr lang="en-US" sz="2000" b="0" i="0" dirty="0">
              <a:solidFill>
                <a:schemeClr val="tx1">
                  <a:lumMod val="75000"/>
                  <a:lumOff val="25000"/>
                </a:schemeClr>
              </a:solidFill>
              <a:effectLst/>
              <a:highlight>
                <a:srgbClr val="FFFFFF"/>
              </a:highlight>
              <a:latin typeface="Bahnschrift SemiBold" panose="020B0502040204020203" charset="0"/>
              <a:cs typeface="Bahnschrift SemiBold" panose="020B0502040204020203" charset="0"/>
              <a:sym typeface="+mn-ea"/>
            </a:endParaRPr>
          </a:p>
        </p:txBody>
      </p:sp>
      <p:sp>
        <p:nvSpPr>
          <p:cNvPr id="13" name="Rectangle 12"/>
          <p:cNvSpPr/>
          <p:nvPr/>
        </p:nvSpPr>
        <p:spPr>
          <a:xfrm>
            <a:off x="0" y="2491788"/>
            <a:ext cx="159657" cy="18744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Graphic 3"/>
          <p:cNvPicPr>
            <a:picLocks noChangeAspect="1"/>
          </p:cNvPicPr>
          <p:nvPr/>
        </p:nvPicPr>
        <p:blipFill>
          <a:blip r:embed="rId1" cstate="email"/>
          <a:stretch>
            <a:fillRect/>
          </a:stretch>
        </p:blipFill>
        <p:spPr>
          <a:xfrm>
            <a:off x="7851412" y="827314"/>
            <a:ext cx="3712726" cy="5203372"/>
          </a:xfrm>
          <a:custGeom>
            <a:avLst/>
            <a:gdLst>
              <a:gd name="connsiteX0" fmla="*/ 0 w 3580804"/>
              <a:gd name="connsiteY0" fmla="*/ 0 h 5018484"/>
              <a:gd name="connsiteX1" fmla="*/ 3580805 w 3580804"/>
              <a:gd name="connsiteY1" fmla="*/ 0 h 5018484"/>
              <a:gd name="connsiteX2" fmla="*/ 3580805 w 3580804"/>
              <a:gd name="connsiteY2" fmla="*/ 5018485 h 5018484"/>
              <a:gd name="connsiteX3" fmla="*/ 0 w 3580804"/>
              <a:gd name="connsiteY3" fmla="*/ 5018485 h 5018484"/>
            </a:gdLst>
            <a:ahLst/>
            <a:cxnLst>
              <a:cxn ang="0">
                <a:pos x="connsiteX0" y="connsiteY0"/>
              </a:cxn>
              <a:cxn ang="0">
                <a:pos x="connsiteX1" y="connsiteY1"/>
              </a:cxn>
              <a:cxn ang="0">
                <a:pos x="connsiteX2" y="connsiteY2"/>
              </a:cxn>
              <a:cxn ang="0">
                <a:pos x="connsiteX3" y="connsiteY3"/>
              </a:cxn>
            </a:cxnLst>
            <a:rect l="l" t="t" r="r" b="b"/>
            <a:pathLst>
              <a:path w="3580804" h="5018484">
                <a:moveTo>
                  <a:pt x="0" y="0"/>
                </a:moveTo>
                <a:lnTo>
                  <a:pt x="3580805" y="0"/>
                </a:lnTo>
                <a:lnTo>
                  <a:pt x="3580805" y="5018485"/>
                </a:lnTo>
                <a:lnTo>
                  <a:pt x="0" y="5018485"/>
                </a:lnTo>
                <a:close/>
              </a:path>
            </a:pathLst>
          </a:cu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Mask group111"/>
          <p:cNvPicPr>
            <a:picLocks noChangeAspect="1"/>
          </p:cNvPicPr>
          <p:nvPr>
            <p:custDataLst>
              <p:tags r:id="rId1"/>
            </p:custDataLst>
          </p:nvPr>
        </p:nvPicPr>
        <p:blipFill>
          <a:blip r:embed="rId2"/>
          <a:srcRect b="369"/>
          <a:stretch>
            <a:fillRect/>
          </a:stretch>
        </p:blipFill>
        <p:spPr>
          <a:xfrm>
            <a:off x="0" y="0"/>
            <a:ext cx="12192000" cy="6858000"/>
          </a:xfrm>
          <a:prstGeom prst="rect">
            <a:avLst/>
          </a:prstGeom>
          <a:ln w="9525" cap="flat" cmpd="sng" algn="ctr">
            <a:solidFill>
              <a:schemeClr val="dk1">
                <a:lumMod val="40000"/>
                <a:lumOff val="60000"/>
                <a:alpha val="50000"/>
              </a:schemeClr>
            </a:solidFill>
            <a:prstDash val="solid"/>
            <a:round/>
            <a:headEnd type="none" w="med" len="med"/>
            <a:tailEnd type="none" w="med" len="med"/>
          </a:ln>
        </p:spPr>
      </p:pic>
      <p:sp>
        <p:nvSpPr>
          <p:cNvPr id="15" name="矩形: 圆角 14"/>
          <p:cNvSpPr/>
          <p:nvPr>
            <p:custDataLst>
              <p:tags r:id="rId3"/>
            </p:custDataLst>
          </p:nvPr>
        </p:nvSpPr>
        <p:spPr>
          <a:xfrm>
            <a:off x="530225" y="885825"/>
            <a:ext cx="6924040" cy="4940300"/>
          </a:xfrm>
          <a:prstGeom prst="roundRect">
            <a:avLst>
              <a:gd name="adj" fmla="val 9236"/>
            </a:avLst>
          </a:prstGeom>
          <a:solidFill>
            <a:schemeClr val="lt1">
              <a:lumMod val="100000"/>
            </a:schemeClr>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rtlCol="0" anchor="ctr"/>
          <a:lstStyle/>
          <a:p>
            <a:pPr algn="ctr"/>
            <a:endParaRPr kumimoji="1" lang="en-US" sz="3200">
              <a:latin typeface="+mj-lt"/>
              <a:sym typeface="Arial" panose="020B0604020202020204" pitchFamily="34" charset="0"/>
            </a:endParaRPr>
          </a:p>
        </p:txBody>
      </p:sp>
      <p:sp>
        <p:nvSpPr>
          <p:cNvPr id="29" name="标题"/>
          <p:cNvSpPr txBox="1"/>
          <p:nvPr>
            <p:custDataLst>
              <p:tags r:id="rId4"/>
            </p:custDataLst>
          </p:nvPr>
        </p:nvSpPr>
        <p:spPr>
          <a:xfrm>
            <a:off x="1527175" y="1277620"/>
            <a:ext cx="9473565" cy="779145"/>
          </a:xfrm>
          <a:prstGeom prst="rect">
            <a:avLst/>
          </a:prstGeom>
          <a:noFill/>
        </p:spPr>
        <p:txBody>
          <a:bodyPr wrap="square" lIns="0" tIns="0" rIns="0" bIns="0" rtlCol="0" anchor="b">
            <a:normAutofit lnSpcReduction="10000"/>
          </a:bodyPr>
          <a:lstStyle>
            <a:defPPr>
              <a:defRPr lang="en-US">
                <a:latin typeface="+mj-lt"/>
              </a:defRPr>
            </a:defPPr>
            <a:lvl1pPr>
              <a:lnSpc>
                <a:spcPct val="131000"/>
              </a:lnSpc>
              <a:defRPr sz="3400" b="1">
                <a:solidFill>
                  <a:schemeClr val="dk1"/>
                </a:solidFill>
                <a:latin typeface="+mj-lt"/>
              </a:defRPr>
            </a:lvl1pPr>
          </a:lstStyle>
          <a:p>
            <a:r>
              <a:rPr>
                <a:latin typeface="Gadugi" panose="020B0502040204020203" charset="0"/>
                <a:cs typeface="Gadugi" panose="020B0502040204020203" charset="0"/>
                <a:sym typeface="+mn-ea"/>
              </a:rPr>
              <a:t>Challenges &amp; Learnings</a:t>
            </a:r>
            <a:endParaRPr lang="en-US" dirty="0"/>
          </a:p>
        </p:txBody>
      </p:sp>
      <p:sp>
        <p:nvSpPr>
          <p:cNvPr id="4" name="矩形 3"/>
          <p:cNvSpPr/>
          <p:nvPr>
            <p:custDataLst>
              <p:tags r:id="rId5"/>
            </p:custDataLst>
          </p:nvPr>
        </p:nvSpPr>
        <p:spPr>
          <a:xfrm>
            <a:off x="1500505" y="2412365"/>
            <a:ext cx="5386705" cy="3619500"/>
          </a:xfrm>
          <a:prstGeom prst="rect">
            <a:avLst/>
          </a:prstGeom>
          <a:noFill/>
        </p:spPr>
        <p:txBody>
          <a:bodyPr wrap="square" lIns="0" tIns="0" rIns="0" bIns="0" rtlCol="0" anchor="t">
            <a:normAutofit/>
          </a:bodyPr>
          <a:p>
            <a:pPr indent="0" fontAlgn="auto">
              <a:lnSpc>
                <a:spcPct val="130000"/>
              </a:lnSpc>
              <a:buNone/>
            </a:pPr>
            <a:r>
              <a:rPr sz="1600" b="1">
                <a:latin typeface="Cambria" panose="02040503050406030204" pitchFamily="18" charset="0"/>
                <a:cs typeface="Cambria" panose="02040503050406030204" pitchFamily="18" charset="0"/>
                <a:sym typeface="+mn-ea"/>
              </a:rPr>
              <a:t>• Challenges:</a:t>
            </a:r>
            <a:endParaRPr sz="1600" b="1">
              <a:solidFill>
                <a:schemeClr val="tx1"/>
              </a:solidFill>
              <a:latin typeface="Cambria" panose="02040503050406030204" pitchFamily="18" charset="0"/>
              <a:cs typeface="Cambria" panose="02040503050406030204" pitchFamily="18" charset="0"/>
              <a:sym typeface="+mn-ea"/>
            </a:endParaRPr>
          </a:p>
          <a:p>
            <a:pPr indent="0" fontAlgn="auto">
              <a:lnSpc>
                <a:spcPct val="130000"/>
              </a:lnSpc>
              <a:buNone/>
            </a:pPr>
            <a:r>
              <a:rPr sz="1600">
                <a:latin typeface="Cambria" panose="02040503050406030204" pitchFamily="18" charset="0"/>
                <a:cs typeface="Cambria" panose="02040503050406030204" pitchFamily="18" charset="0"/>
                <a:sym typeface="+mn-ea"/>
              </a:rPr>
              <a:t>  - Balancing accuracy and overfitting</a:t>
            </a:r>
            <a:endParaRPr sz="1600">
              <a:solidFill>
                <a:schemeClr val="tx1"/>
              </a:solidFill>
              <a:latin typeface="Cambria" panose="02040503050406030204" pitchFamily="18" charset="0"/>
              <a:cs typeface="Cambria" panose="02040503050406030204" pitchFamily="18" charset="0"/>
              <a:sym typeface="+mn-ea"/>
            </a:endParaRPr>
          </a:p>
          <a:p>
            <a:pPr indent="0" fontAlgn="auto">
              <a:lnSpc>
                <a:spcPct val="130000"/>
              </a:lnSpc>
              <a:buNone/>
            </a:pPr>
            <a:r>
              <a:rPr sz="1600">
                <a:latin typeface="Cambria" panose="02040503050406030204" pitchFamily="18" charset="0"/>
                <a:cs typeface="Cambria" panose="02040503050406030204" pitchFamily="18" charset="0"/>
                <a:sym typeface="+mn-ea"/>
              </a:rPr>
              <a:t>  - Hyperparameter tuning</a:t>
            </a:r>
            <a:endParaRPr sz="1600">
              <a:solidFill>
                <a:schemeClr val="tx1"/>
              </a:solidFill>
              <a:latin typeface="Cambria" panose="02040503050406030204" pitchFamily="18" charset="0"/>
              <a:cs typeface="Cambria" panose="02040503050406030204" pitchFamily="18" charset="0"/>
              <a:sym typeface="+mn-ea"/>
            </a:endParaRPr>
          </a:p>
          <a:p>
            <a:pPr indent="0" fontAlgn="auto">
              <a:lnSpc>
                <a:spcPct val="130000"/>
              </a:lnSpc>
              <a:buNone/>
            </a:pPr>
            <a:endParaRPr lang="en-US" sz="1600" dirty="0">
              <a:ln>
                <a:noFill/>
                <a:prstDash val="sysDot"/>
              </a:ln>
              <a:solidFill>
                <a:schemeClr val="tx1"/>
              </a:solidFill>
              <a:uFillTx/>
              <a:latin typeface="Cambria" panose="02040503050406030204" pitchFamily="18" charset="0"/>
              <a:cs typeface="Cambria" panose="02040503050406030204" pitchFamily="18" charset="0"/>
              <a:sym typeface="+mn-ea"/>
            </a:endParaRPr>
          </a:p>
          <a:p>
            <a:pPr indent="0" fontAlgn="auto">
              <a:lnSpc>
                <a:spcPct val="130000"/>
              </a:lnSpc>
              <a:buNone/>
            </a:pPr>
            <a:r>
              <a:rPr sz="1600" b="1">
                <a:latin typeface="Cambria" panose="02040503050406030204" pitchFamily="18" charset="0"/>
                <a:cs typeface="Cambria" panose="02040503050406030204" pitchFamily="18" charset="0"/>
                <a:sym typeface="+mn-ea"/>
              </a:rPr>
              <a:t>• Learnings:</a:t>
            </a:r>
            <a:endParaRPr sz="1600" b="1">
              <a:solidFill>
                <a:schemeClr val="tx1"/>
              </a:solidFill>
              <a:latin typeface="Cambria" panose="02040503050406030204" pitchFamily="18" charset="0"/>
              <a:cs typeface="Cambria" panose="02040503050406030204" pitchFamily="18" charset="0"/>
              <a:sym typeface="+mn-ea"/>
            </a:endParaRPr>
          </a:p>
          <a:p>
            <a:pPr indent="0" fontAlgn="auto">
              <a:lnSpc>
                <a:spcPct val="130000"/>
              </a:lnSpc>
              <a:buNone/>
            </a:pPr>
            <a:r>
              <a:rPr sz="1600">
                <a:latin typeface="Cambria" panose="02040503050406030204" pitchFamily="18" charset="0"/>
                <a:cs typeface="Cambria" panose="02040503050406030204" pitchFamily="18" charset="0"/>
                <a:sym typeface="+mn-ea"/>
              </a:rPr>
              <a:t>  - Applied ML algorithms and deep learning</a:t>
            </a:r>
            <a:endParaRPr sz="1600">
              <a:solidFill>
                <a:schemeClr val="tx1"/>
              </a:solidFill>
              <a:latin typeface="Cambria" panose="02040503050406030204" pitchFamily="18" charset="0"/>
              <a:cs typeface="Cambria" panose="02040503050406030204" pitchFamily="18" charset="0"/>
              <a:sym typeface="+mn-ea"/>
            </a:endParaRPr>
          </a:p>
          <a:p>
            <a:pPr indent="0" fontAlgn="auto">
              <a:lnSpc>
                <a:spcPct val="130000"/>
              </a:lnSpc>
              <a:buNone/>
            </a:pPr>
            <a:r>
              <a:rPr sz="1600">
                <a:latin typeface="Cambria" panose="02040503050406030204" pitchFamily="18" charset="0"/>
                <a:cs typeface="Cambria" panose="02040503050406030204" pitchFamily="18" charset="0"/>
                <a:sym typeface="+mn-ea"/>
              </a:rPr>
              <a:t>  - Improved model evaluation and reporting</a:t>
            </a:r>
            <a:endParaRPr sz="1600">
              <a:solidFill>
                <a:schemeClr val="tx1"/>
              </a:solidFill>
              <a:latin typeface="Cambria" panose="02040503050406030204" pitchFamily="18" charset="0"/>
              <a:cs typeface="Cambria" panose="02040503050406030204" pitchFamily="18" charset="0"/>
              <a:sym typeface="+mn-ea"/>
            </a:endParaRPr>
          </a:p>
          <a:p>
            <a:pPr indent="0" fontAlgn="auto">
              <a:lnSpc>
                <a:spcPct val="130000"/>
              </a:lnSpc>
              <a:buNone/>
            </a:pPr>
            <a:r>
              <a:rPr sz="1600">
                <a:latin typeface="Cambria" panose="02040503050406030204" pitchFamily="18" charset="0"/>
                <a:cs typeface="Cambria" panose="02040503050406030204" pitchFamily="18" charset="0"/>
                <a:sym typeface="+mn-ea"/>
              </a:rPr>
              <a:t>  - Strengthened problem-solving and presentation skills</a:t>
            </a:r>
            <a:endParaRPr lang="en-US" sz="1600" dirty="0">
              <a:solidFill>
                <a:srgbClr val="000000"/>
              </a:solidFill>
              <a:latin typeface="Cambria" panose="02040503050406030204" pitchFamily="18" charset="0"/>
              <a:cs typeface="Cambria" panose="02040503050406030204" pitchFamily="18" charset="0"/>
              <a:sym typeface="+mn-ea"/>
            </a:endParaRPr>
          </a:p>
        </p:txBody>
      </p:sp>
    </p:spTree>
    <p:custDataLst>
      <p:tags r:id="rId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形状 47"/>
          <p:cNvSpPr/>
          <p:nvPr>
            <p:custDataLst>
              <p:tags r:id="rId1"/>
            </p:custDataLst>
          </p:nvPr>
        </p:nvSpPr>
        <p:spPr>
          <a:xfrm>
            <a:off x="4332164" y="1753"/>
            <a:ext cx="7859835" cy="3146952"/>
          </a:xfrm>
          <a:custGeom>
            <a:avLst/>
            <a:gdLst>
              <a:gd name="connsiteX0" fmla="*/ 166791 w 7829685"/>
              <a:gd name="connsiteY0" fmla="*/ 0 h 3108043"/>
              <a:gd name="connsiteX1" fmla="*/ 7829685 w 7829685"/>
              <a:gd name="connsiteY1" fmla="*/ 0 h 3108043"/>
              <a:gd name="connsiteX2" fmla="*/ 7829685 w 7829685"/>
              <a:gd name="connsiteY2" fmla="*/ 2289954 h 3108043"/>
              <a:gd name="connsiteX3" fmla="*/ 7767585 w 7829685"/>
              <a:gd name="connsiteY3" fmla="*/ 2392791 h 3108043"/>
              <a:gd name="connsiteX4" fmla="*/ 5886865 w 7829685"/>
              <a:gd name="connsiteY4" fmla="*/ 3039886 h 3108043"/>
              <a:gd name="connsiteX5" fmla="*/ 3735119 w 7829685"/>
              <a:gd name="connsiteY5" fmla="*/ 1880193 h 3108043"/>
              <a:gd name="connsiteX6" fmla="*/ 716881 w 7829685"/>
              <a:gd name="connsiteY6" fmla="*/ 1580340 h 3108043"/>
              <a:gd name="connsiteX7" fmla="*/ 166791 w 7829685"/>
              <a:gd name="connsiteY7" fmla="*/ 0 h 3108043"/>
              <a:gd name="connsiteX0-1" fmla="*/ 166791 w 7829685"/>
              <a:gd name="connsiteY0-2" fmla="*/ 0 h 3120124"/>
              <a:gd name="connsiteX1-3" fmla="*/ 7829685 w 7829685"/>
              <a:gd name="connsiteY1-4" fmla="*/ 0 h 3120124"/>
              <a:gd name="connsiteX2-5" fmla="*/ 7829685 w 7829685"/>
              <a:gd name="connsiteY2-6" fmla="*/ 2289954 h 3120124"/>
              <a:gd name="connsiteX3-7" fmla="*/ 7767585 w 7829685"/>
              <a:gd name="connsiteY3-8" fmla="*/ 2392791 h 3120124"/>
              <a:gd name="connsiteX4-9" fmla="*/ 5886865 w 7829685"/>
              <a:gd name="connsiteY4-10" fmla="*/ 3039886 h 3120124"/>
              <a:gd name="connsiteX5-11" fmla="*/ 3735119 w 7829685"/>
              <a:gd name="connsiteY5-12" fmla="*/ 1880193 h 3120124"/>
              <a:gd name="connsiteX6-13" fmla="*/ 716881 w 7829685"/>
              <a:gd name="connsiteY6-14" fmla="*/ 1580340 h 3120124"/>
              <a:gd name="connsiteX7-15" fmla="*/ 166791 w 7829685"/>
              <a:gd name="connsiteY7-16" fmla="*/ 0 h 3120124"/>
              <a:gd name="connsiteX0-17" fmla="*/ 146060 w 7915634"/>
              <a:gd name="connsiteY0-18" fmla="*/ 0 h 3135364"/>
              <a:gd name="connsiteX1-19" fmla="*/ 7915634 w 7915634"/>
              <a:gd name="connsiteY1-20" fmla="*/ 15240 h 3135364"/>
              <a:gd name="connsiteX2-21" fmla="*/ 7915634 w 7915634"/>
              <a:gd name="connsiteY2-22" fmla="*/ 2305194 h 3135364"/>
              <a:gd name="connsiteX3-23" fmla="*/ 7853534 w 7915634"/>
              <a:gd name="connsiteY3-24" fmla="*/ 2408031 h 3135364"/>
              <a:gd name="connsiteX4-25" fmla="*/ 5972814 w 7915634"/>
              <a:gd name="connsiteY4-26" fmla="*/ 3055126 h 3135364"/>
              <a:gd name="connsiteX5-27" fmla="*/ 3821068 w 7915634"/>
              <a:gd name="connsiteY5-28" fmla="*/ 1895433 h 3135364"/>
              <a:gd name="connsiteX6-29" fmla="*/ 802830 w 7915634"/>
              <a:gd name="connsiteY6-30" fmla="*/ 1595580 h 3135364"/>
              <a:gd name="connsiteX7-31" fmla="*/ 146060 w 7915634"/>
              <a:gd name="connsiteY7-32" fmla="*/ 0 h 3135364"/>
              <a:gd name="connsiteX0-33" fmla="*/ 147310 w 7909740"/>
              <a:gd name="connsiteY0-34" fmla="*/ 0 h 3140127"/>
              <a:gd name="connsiteX1-35" fmla="*/ 7909740 w 7909740"/>
              <a:gd name="connsiteY1-36" fmla="*/ 20003 h 3140127"/>
              <a:gd name="connsiteX2-37" fmla="*/ 7909740 w 7909740"/>
              <a:gd name="connsiteY2-38" fmla="*/ 2309957 h 3140127"/>
              <a:gd name="connsiteX3-39" fmla="*/ 7847640 w 7909740"/>
              <a:gd name="connsiteY3-40" fmla="*/ 2412794 h 3140127"/>
              <a:gd name="connsiteX4-41" fmla="*/ 5966920 w 7909740"/>
              <a:gd name="connsiteY4-42" fmla="*/ 3059889 h 3140127"/>
              <a:gd name="connsiteX5-43" fmla="*/ 3815174 w 7909740"/>
              <a:gd name="connsiteY5-44" fmla="*/ 1900196 h 3140127"/>
              <a:gd name="connsiteX6-45" fmla="*/ 796936 w 7909740"/>
              <a:gd name="connsiteY6-46" fmla="*/ 1600343 h 3140127"/>
              <a:gd name="connsiteX7-47" fmla="*/ 147310 w 7909740"/>
              <a:gd name="connsiteY7-48" fmla="*/ 0 h 3140127"/>
              <a:gd name="connsiteX0-49" fmla="*/ 126869 w 7889299"/>
              <a:gd name="connsiteY0-50" fmla="*/ 0 h 3140127"/>
              <a:gd name="connsiteX1-51" fmla="*/ 7889299 w 7889299"/>
              <a:gd name="connsiteY1-52" fmla="*/ 20003 h 3140127"/>
              <a:gd name="connsiteX2-53" fmla="*/ 7889299 w 7889299"/>
              <a:gd name="connsiteY2-54" fmla="*/ 2309957 h 3140127"/>
              <a:gd name="connsiteX3-55" fmla="*/ 7827199 w 7889299"/>
              <a:gd name="connsiteY3-56" fmla="*/ 2412794 h 3140127"/>
              <a:gd name="connsiteX4-57" fmla="*/ 5946479 w 7889299"/>
              <a:gd name="connsiteY4-58" fmla="*/ 3059889 h 3140127"/>
              <a:gd name="connsiteX5-59" fmla="*/ 3794733 w 7889299"/>
              <a:gd name="connsiteY5-60" fmla="*/ 1900196 h 3140127"/>
              <a:gd name="connsiteX6-61" fmla="*/ 776495 w 7889299"/>
              <a:gd name="connsiteY6-62" fmla="*/ 1600343 h 3140127"/>
              <a:gd name="connsiteX7-63" fmla="*/ 126869 w 7889299"/>
              <a:gd name="connsiteY7-64" fmla="*/ 0 h 3140127"/>
              <a:gd name="connsiteX0-65" fmla="*/ 135029 w 7897459"/>
              <a:gd name="connsiteY0-66" fmla="*/ 0 h 3140127"/>
              <a:gd name="connsiteX1-67" fmla="*/ 7897459 w 7897459"/>
              <a:gd name="connsiteY1-68" fmla="*/ 20003 h 3140127"/>
              <a:gd name="connsiteX2-69" fmla="*/ 7897459 w 7897459"/>
              <a:gd name="connsiteY2-70" fmla="*/ 2309957 h 3140127"/>
              <a:gd name="connsiteX3-71" fmla="*/ 7835359 w 7897459"/>
              <a:gd name="connsiteY3-72" fmla="*/ 2412794 h 3140127"/>
              <a:gd name="connsiteX4-73" fmla="*/ 5954639 w 7897459"/>
              <a:gd name="connsiteY4-74" fmla="*/ 3059889 h 3140127"/>
              <a:gd name="connsiteX5-75" fmla="*/ 3802893 w 7897459"/>
              <a:gd name="connsiteY5-76" fmla="*/ 1900196 h 3140127"/>
              <a:gd name="connsiteX6-77" fmla="*/ 784655 w 7897459"/>
              <a:gd name="connsiteY6-78" fmla="*/ 1600343 h 3140127"/>
              <a:gd name="connsiteX7-79" fmla="*/ 135029 w 7897459"/>
              <a:gd name="connsiteY7-80" fmla="*/ 0 h 3140127"/>
              <a:gd name="connsiteX0-81" fmla="*/ 142317 w 7864265"/>
              <a:gd name="connsiteY0-82" fmla="*/ 0 h 3142509"/>
              <a:gd name="connsiteX1-83" fmla="*/ 7864265 w 7864265"/>
              <a:gd name="connsiteY1-84" fmla="*/ 22385 h 3142509"/>
              <a:gd name="connsiteX2-85" fmla="*/ 7864265 w 7864265"/>
              <a:gd name="connsiteY2-86" fmla="*/ 2312339 h 3142509"/>
              <a:gd name="connsiteX3-87" fmla="*/ 7802165 w 7864265"/>
              <a:gd name="connsiteY3-88" fmla="*/ 2415176 h 3142509"/>
              <a:gd name="connsiteX4-89" fmla="*/ 5921445 w 7864265"/>
              <a:gd name="connsiteY4-90" fmla="*/ 3062271 h 3142509"/>
              <a:gd name="connsiteX5-91" fmla="*/ 3769699 w 7864265"/>
              <a:gd name="connsiteY5-92" fmla="*/ 1902578 h 3142509"/>
              <a:gd name="connsiteX6-93" fmla="*/ 751461 w 7864265"/>
              <a:gd name="connsiteY6-94" fmla="*/ 1602725 h 3142509"/>
              <a:gd name="connsiteX7-95" fmla="*/ 142317 w 7864265"/>
              <a:gd name="connsiteY7-96" fmla="*/ 0 h 3142509"/>
              <a:gd name="connsiteX0-97" fmla="*/ 145978 w 7848876"/>
              <a:gd name="connsiteY0-98" fmla="*/ 0 h 3137747"/>
              <a:gd name="connsiteX1-99" fmla="*/ 7848876 w 7848876"/>
              <a:gd name="connsiteY1-100" fmla="*/ 17623 h 3137747"/>
              <a:gd name="connsiteX2-101" fmla="*/ 7848876 w 7848876"/>
              <a:gd name="connsiteY2-102" fmla="*/ 2307577 h 3137747"/>
              <a:gd name="connsiteX3-103" fmla="*/ 7786776 w 7848876"/>
              <a:gd name="connsiteY3-104" fmla="*/ 2410414 h 3137747"/>
              <a:gd name="connsiteX4-105" fmla="*/ 5906056 w 7848876"/>
              <a:gd name="connsiteY4-106" fmla="*/ 3057509 h 3137747"/>
              <a:gd name="connsiteX5-107" fmla="*/ 3754310 w 7848876"/>
              <a:gd name="connsiteY5-108" fmla="*/ 1897816 h 3137747"/>
              <a:gd name="connsiteX6-109" fmla="*/ 736072 w 7848876"/>
              <a:gd name="connsiteY6-110" fmla="*/ 1597963 h 3137747"/>
              <a:gd name="connsiteX7-111" fmla="*/ 145978 w 7848876"/>
              <a:gd name="connsiteY7-112" fmla="*/ 0 h 3137747"/>
              <a:gd name="connsiteX0-113" fmla="*/ 144127 w 7856550"/>
              <a:gd name="connsiteY0-114" fmla="*/ 0 h 3140128"/>
              <a:gd name="connsiteX1-115" fmla="*/ 7856550 w 7856550"/>
              <a:gd name="connsiteY1-116" fmla="*/ 20004 h 3140128"/>
              <a:gd name="connsiteX2-117" fmla="*/ 7856550 w 7856550"/>
              <a:gd name="connsiteY2-118" fmla="*/ 2309958 h 3140128"/>
              <a:gd name="connsiteX3-119" fmla="*/ 7794450 w 7856550"/>
              <a:gd name="connsiteY3-120" fmla="*/ 2412795 h 3140128"/>
              <a:gd name="connsiteX4-121" fmla="*/ 5913730 w 7856550"/>
              <a:gd name="connsiteY4-122" fmla="*/ 3059890 h 3140128"/>
              <a:gd name="connsiteX5-123" fmla="*/ 3761984 w 7856550"/>
              <a:gd name="connsiteY5-124" fmla="*/ 1900197 h 3140128"/>
              <a:gd name="connsiteX6-125" fmla="*/ 743746 w 7856550"/>
              <a:gd name="connsiteY6-126" fmla="*/ 1600344 h 3140128"/>
              <a:gd name="connsiteX7-127" fmla="*/ 144127 w 7856550"/>
              <a:gd name="connsiteY7-128" fmla="*/ 0 h 3140128"/>
              <a:gd name="connsiteX0-129" fmla="*/ 142053 w 7854476"/>
              <a:gd name="connsiteY0-130" fmla="*/ 0 h 3140128"/>
              <a:gd name="connsiteX1-131" fmla="*/ 7854476 w 7854476"/>
              <a:gd name="connsiteY1-132" fmla="*/ 20004 h 3140128"/>
              <a:gd name="connsiteX2-133" fmla="*/ 7854476 w 7854476"/>
              <a:gd name="connsiteY2-134" fmla="*/ 2309958 h 3140128"/>
              <a:gd name="connsiteX3-135" fmla="*/ 7792376 w 7854476"/>
              <a:gd name="connsiteY3-136" fmla="*/ 2412795 h 3140128"/>
              <a:gd name="connsiteX4-137" fmla="*/ 5911656 w 7854476"/>
              <a:gd name="connsiteY4-138" fmla="*/ 3059890 h 3140128"/>
              <a:gd name="connsiteX5-139" fmla="*/ 3759910 w 7854476"/>
              <a:gd name="connsiteY5-140" fmla="*/ 1900197 h 3140128"/>
              <a:gd name="connsiteX6-141" fmla="*/ 741672 w 7854476"/>
              <a:gd name="connsiteY6-142" fmla="*/ 1600344 h 3140128"/>
              <a:gd name="connsiteX7-143" fmla="*/ 142053 w 7854476"/>
              <a:gd name="connsiteY7-144" fmla="*/ 0 h 3140128"/>
              <a:gd name="connsiteX0-145" fmla="*/ 146202 w 7858625"/>
              <a:gd name="connsiteY0-146" fmla="*/ 0 h 3140128"/>
              <a:gd name="connsiteX1-147" fmla="*/ 7858625 w 7858625"/>
              <a:gd name="connsiteY1-148" fmla="*/ 20004 h 3140128"/>
              <a:gd name="connsiteX2-149" fmla="*/ 7858625 w 7858625"/>
              <a:gd name="connsiteY2-150" fmla="*/ 2309958 h 3140128"/>
              <a:gd name="connsiteX3-151" fmla="*/ 7796525 w 7858625"/>
              <a:gd name="connsiteY3-152" fmla="*/ 2412795 h 3140128"/>
              <a:gd name="connsiteX4-153" fmla="*/ 5915805 w 7858625"/>
              <a:gd name="connsiteY4-154" fmla="*/ 3059890 h 3140128"/>
              <a:gd name="connsiteX5-155" fmla="*/ 3764059 w 7858625"/>
              <a:gd name="connsiteY5-156" fmla="*/ 1900197 h 3140128"/>
              <a:gd name="connsiteX6-157" fmla="*/ 745821 w 7858625"/>
              <a:gd name="connsiteY6-158" fmla="*/ 1600344 h 3140128"/>
              <a:gd name="connsiteX7-159" fmla="*/ 146202 w 7858625"/>
              <a:gd name="connsiteY7-160" fmla="*/ 0 h 3140128"/>
              <a:gd name="connsiteX0-161" fmla="*/ 156590 w 7869013"/>
              <a:gd name="connsiteY0-162" fmla="*/ 0 h 3140128"/>
              <a:gd name="connsiteX1-163" fmla="*/ 7869013 w 7869013"/>
              <a:gd name="connsiteY1-164" fmla="*/ 20004 h 3140128"/>
              <a:gd name="connsiteX2-165" fmla="*/ 7869013 w 7869013"/>
              <a:gd name="connsiteY2-166" fmla="*/ 2309958 h 3140128"/>
              <a:gd name="connsiteX3-167" fmla="*/ 7806913 w 7869013"/>
              <a:gd name="connsiteY3-168" fmla="*/ 2412795 h 3140128"/>
              <a:gd name="connsiteX4-169" fmla="*/ 5926193 w 7869013"/>
              <a:gd name="connsiteY4-170" fmla="*/ 3059890 h 3140128"/>
              <a:gd name="connsiteX5-171" fmla="*/ 3774447 w 7869013"/>
              <a:gd name="connsiteY5-172" fmla="*/ 1900197 h 3140128"/>
              <a:gd name="connsiteX6-173" fmla="*/ 756209 w 7869013"/>
              <a:gd name="connsiteY6-174" fmla="*/ 1600344 h 3140128"/>
              <a:gd name="connsiteX7-175" fmla="*/ 156590 w 7869013"/>
              <a:gd name="connsiteY7-176" fmla="*/ 0 h 3140128"/>
              <a:gd name="connsiteX0-177" fmla="*/ 146203 w 7858626"/>
              <a:gd name="connsiteY0-178" fmla="*/ 0 h 3140128"/>
              <a:gd name="connsiteX1-179" fmla="*/ 7858626 w 7858626"/>
              <a:gd name="connsiteY1-180" fmla="*/ 20004 h 3140128"/>
              <a:gd name="connsiteX2-181" fmla="*/ 7858626 w 7858626"/>
              <a:gd name="connsiteY2-182" fmla="*/ 2309958 h 3140128"/>
              <a:gd name="connsiteX3-183" fmla="*/ 7796526 w 7858626"/>
              <a:gd name="connsiteY3-184" fmla="*/ 2412795 h 3140128"/>
              <a:gd name="connsiteX4-185" fmla="*/ 5915806 w 7858626"/>
              <a:gd name="connsiteY4-186" fmla="*/ 3059890 h 3140128"/>
              <a:gd name="connsiteX5-187" fmla="*/ 3764060 w 7858626"/>
              <a:gd name="connsiteY5-188" fmla="*/ 1900197 h 3140128"/>
              <a:gd name="connsiteX6-189" fmla="*/ 745822 w 7858626"/>
              <a:gd name="connsiteY6-190" fmla="*/ 1600344 h 3140128"/>
              <a:gd name="connsiteX7-191" fmla="*/ 146203 w 7858626"/>
              <a:gd name="connsiteY7-192" fmla="*/ 0 h 3140128"/>
              <a:gd name="connsiteX0-193" fmla="*/ 135834 w 7848257"/>
              <a:gd name="connsiteY0-194" fmla="*/ 0 h 3140128"/>
              <a:gd name="connsiteX1-195" fmla="*/ 7848257 w 7848257"/>
              <a:gd name="connsiteY1-196" fmla="*/ 20004 h 3140128"/>
              <a:gd name="connsiteX2-197" fmla="*/ 7848257 w 7848257"/>
              <a:gd name="connsiteY2-198" fmla="*/ 2309958 h 3140128"/>
              <a:gd name="connsiteX3-199" fmla="*/ 7786157 w 7848257"/>
              <a:gd name="connsiteY3-200" fmla="*/ 2412795 h 3140128"/>
              <a:gd name="connsiteX4-201" fmla="*/ 5905437 w 7848257"/>
              <a:gd name="connsiteY4-202" fmla="*/ 3059890 h 3140128"/>
              <a:gd name="connsiteX5-203" fmla="*/ 3753691 w 7848257"/>
              <a:gd name="connsiteY5-204" fmla="*/ 1900197 h 3140128"/>
              <a:gd name="connsiteX6-205" fmla="*/ 735453 w 7848257"/>
              <a:gd name="connsiteY6-206" fmla="*/ 1600344 h 3140128"/>
              <a:gd name="connsiteX7-207" fmla="*/ 135834 w 7848257"/>
              <a:gd name="connsiteY7-208" fmla="*/ 0 h 3140128"/>
              <a:gd name="connsiteX0-209" fmla="*/ 142960 w 7855383"/>
              <a:gd name="connsiteY0-210" fmla="*/ 0 h 3140128"/>
              <a:gd name="connsiteX1-211" fmla="*/ 7855383 w 7855383"/>
              <a:gd name="connsiteY1-212" fmla="*/ 20004 h 3140128"/>
              <a:gd name="connsiteX2-213" fmla="*/ 7855383 w 7855383"/>
              <a:gd name="connsiteY2-214" fmla="*/ 2309958 h 3140128"/>
              <a:gd name="connsiteX3-215" fmla="*/ 7793283 w 7855383"/>
              <a:gd name="connsiteY3-216" fmla="*/ 2412795 h 3140128"/>
              <a:gd name="connsiteX4-217" fmla="*/ 5912563 w 7855383"/>
              <a:gd name="connsiteY4-218" fmla="*/ 3059890 h 3140128"/>
              <a:gd name="connsiteX5-219" fmla="*/ 3760817 w 7855383"/>
              <a:gd name="connsiteY5-220" fmla="*/ 1900197 h 3140128"/>
              <a:gd name="connsiteX6-221" fmla="*/ 742579 w 7855383"/>
              <a:gd name="connsiteY6-222" fmla="*/ 1600344 h 3140128"/>
              <a:gd name="connsiteX7-223" fmla="*/ 142960 w 7855383"/>
              <a:gd name="connsiteY7-224" fmla="*/ 0 h 3140128"/>
              <a:gd name="connsiteX0-225" fmla="*/ 145446 w 7857869"/>
              <a:gd name="connsiteY0-226" fmla="*/ 0 h 3140128"/>
              <a:gd name="connsiteX1-227" fmla="*/ 7857869 w 7857869"/>
              <a:gd name="connsiteY1-228" fmla="*/ 20004 h 3140128"/>
              <a:gd name="connsiteX2-229" fmla="*/ 7857869 w 7857869"/>
              <a:gd name="connsiteY2-230" fmla="*/ 2309958 h 3140128"/>
              <a:gd name="connsiteX3-231" fmla="*/ 7795769 w 7857869"/>
              <a:gd name="connsiteY3-232" fmla="*/ 2412795 h 3140128"/>
              <a:gd name="connsiteX4-233" fmla="*/ 5915049 w 7857869"/>
              <a:gd name="connsiteY4-234" fmla="*/ 3059890 h 3140128"/>
              <a:gd name="connsiteX5-235" fmla="*/ 3763303 w 7857869"/>
              <a:gd name="connsiteY5-236" fmla="*/ 1900197 h 3140128"/>
              <a:gd name="connsiteX6-237" fmla="*/ 745065 w 7857869"/>
              <a:gd name="connsiteY6-238" fmla="*/ 1600344 h 3140128"/>
              <a:gd name="connsiteX7-239" fmla="*/ 145446 w 7857869"/>
              <a:gd name="connsiteY7-240" fmla="*/ 0 h 3140128"/>
              <a:gd name="connsiteX0-241" fmla="*/ 145446 w 7857869"/>
              <a:gd name="connsiteY0-242" fmla="*/ 0 h 3140128"/>
              <a:gd name="connsiteX1-243" fmla="*/ 7857869 w 7857869"/>
              <a:gd name="connsiteY1-244" fmla="*/ 20004 h 3140128"/>
              <a:gd name="connsiteX2-245" fmla="*/ 7857869 w 7857869"/>
              <a:gd name="connsiteY2-246" fmla="*/ 2309958 h 3140128"/>
              <a:gd name="connsiteX3-247" fmla="*/ 7795769 w 7857869"/>
              <a:gd name="connsiteY3-248" fmla="*/ 2412795 h 3140128"/>
              <a:gd name="connsiteX4-249" fmla="*/ 5915049 w 7857869"/>
              <a:gd name="connsiteY4-250" fmla="*/ 3059890 h 3140128"/>
              <a:gd name="connsiteX5-251" fmla="*/ 3763303 w 7857869"/>
              <a:gd name="connsiteY5-252" fmla="*/ 1900197 h 3140128"/>
              <a:gd name="connsiteX6-253" fmla="*/ 745065 w 7857869"/>
              <a:gd name="connsiteY6-254" fmla="*/ 1600344 h 3140128"/>
              <a:gd name="connsiteX7-255" fmla="*/ 145446 w 7857869"/>
              <a:gd name="connsiteY7-256" fmla="*/ 0 h 3140128"/>
              <a:gd name="connsiteX0-257" fmla="*/ 132710 w 7845133"/>
              <a:gd name="connsiteY0-258" fmla="*/ 0 h 3146952"/>
              <a:gd name="connsiteX1-259" fmla="*/ 7845133 w 7845133"/>
              <a:gd name="connsiteY1-260" fmla="*/ 26828 h 3146952"/>
              <a:gd name="connsiteX2-261" fmla="*/ 7845133 w 7845133"/>
              <a:gd name="connsiteY2-262" fmla="*/ 2316782 h 3146952"/>
              <a:gd name="connsiteX3-263" fmla="*/ 7783033 w 7845133"/>
              <a:gd name="connsiteY3-264" fmla="*/ 2419619 h 3146952"/>
              <a:gd name="connsiteX4-265" fmla="*/ 5902313 w 7845133"/>
              <a:gd name="connsiteY4-266" fmla="*/ 3066714 h 3146952"/>
              <a:gd name="connsiteX5-267" fmla="*/ 3750567 w 7845133"/>
              <a:gd name="connsiteY5-268" fmla="*/ 1907021 h 3146952"/>
              <a:gd name="connsiteX6-269" fmla="*/ 732329 w 7845133"/>
              <a:gd name="connsiteY6-270" fmla="*/ 1607168 h 3146952"/>
              <a:gd name="connsiteX7-271" fmla="*/ 132710 w 7845133"/>
              <a:gd name="connsiteY7-272" fmla="*/ 0 h 3146952"/>
              <a:gd name="connsiteX0-273" fmla="*/ 141593 w 7854016"/>
              <a:gd name="connsiteY0-274" fmla="*/ 0 h 3146952"/>
              <a:gd name="connsiteX1-275" fmla="*/ 7854016 w 7854016"/>
              <a:gd name="connsiteY1-276" fmla="*/ 26828 h 3146952"/>
              <a:gd name="connsiteX2-277" fmla="*/ 7854016 w 7854016"/>
              <a:gd name="connsiteY2-278" fmla="*/ 2316782 h 3146952"/>
              <a:gd name="connsiteX3-279" fmla="*/ 7791916 w 7854016"/>
              <a:gd name="connsiteY3-280" fmla="*/ 2419619 h 3146952"/>
              <a:gd name="connsiteX4-281" fmla="*/ 5911196 w 7854016"/>
              <a:gd name="connsiteY4-282" fmla="*/ 3066714 h 3146952"/>
              <a:gd name="connsiteX5-283" fmla="*/ 3759450 w 7854016"/>
              <a:gd name="connsiteY5-284" fmla="*/ 1907021 h 3146952"/>
              <a:gd name="connsiteX6-285" fmla="*/ 741212 w 7854016"/>
              <a:gd name="connsiteY6-286" fmla="*/ 1607168 h 3146952"/>
              <a:gd name="connsiteX7-287" fmla="*/ 141593 w 7854016"/>
              <a:gd name="connsiteY7-288" fmla="*/ 0 h 3146952"/>
              <a:gd name="connsiteX0-289" fmla="*/ 153515 w 7865938"/>
              <a:gd name="connsiteY0-290" fmla="*/ 0 h 3146952"/>
              <a:gd name="connsiteX1-291" fmla="*/ 7865938 w 7865938"/>
              <a:gd name="connsiteY1-292" fmla="*/ 26828 h 3146952"/>
              <a:gd name="connsiteX2-293" fmla="*/ 7865938 w 7865938"/>
              <a:gd name="connsiteY2-294" fmla="*/ 2316782 h 3146952"/>
              <a:gd name="connsiteX3-295" fmla="*/ 7803838 w 7865938"/>
              <a:gd name="connsiteY3-296" fmla="*/ 2419619 h 3146952"/>
              <a:gd name="connsiteX4-297" fmla="*/ 5923118 w 7865938"/>
              <a:gd name="connsiteY4-298" fmla="*/ 3066714 h 3146952"/>
              <a:gd name="connsiteX5-299" fmla="*/ 3771372 w 7865938"/>
              <a:gd name="connsiteY5-300" fmla="*/ 1907021 h 3146952"/>
              <a:gd name="connsiteX6-301" fmla="*/ 753134 w 7865938"/>
              <a:gd name="connsiteY6-302" fmla="*/ 1607168 h 3146952"/>
              <a:gd name="connsiteX7-303" fmla="*/ 153515 w 7865938"/>
              <a:gd name="connsiteY7-304" fmla="*/ 0 h 3146952"/>
              <a:gd name="connsiteX0-305" fmla="*/ 156058 w 7868481"/>
              <a:gd name="connsiteY0-306" fmla="*/ 0 h 3146952"/>
              <a:gd name="connsiteX1-307" fmla="*/ 7868481 w 7868481"/>
              <a:gd name="connsiteY1-308" fmla="*/ 26828 h 3146952"/>
              <a:gd name="connsiteX2-309" fmla="*/ 7868481 w 7868481"/>
              <a:gd name="connsiteY2-310" fmla="*/ 2316782 h 3146952"/>
              <a:gd name="connsiteX3-311" fmla="*/ 7806381 w 7868481"/>
              <a:gd name="connsiteY3-312" fmla="*/ 2419619 h 3146952"/>
              <a:gd name="connsiteX4-313" fmla="*/ 5925661 w 7868481"/>
              <a:gd name="connsiteY4-314" fmla="*/ 3066714 h 3146952"/>
              <a:gd name="connsiteX5-315" fmla="*/ 3773915 w 7868481"/>
              <a:gd name="connsiteY5-316" fmla="*/ 1907021 h 3146952"/>
              <a:gd name="connsiteX6-317" fmla="*/ 755677 w 7868481"/>
              <a:gd name="connsiteY6-318" fmla="*/ 1607168 h 3146952"/>
              <a:gd name="connsiteX7-319" fmla="*/ 156058 w 7868481"/>
              <a:gd name="connsiteY7-320" fmla="*/ 0 h 3146952"/>
              <a:gd name="connsiteX0-321" fmla="*/ 157634 w 7870057"/>
              <a:gd name="connsiteY0-322" fmla="*/ 0 h 3146952"/>
              <a:gd name="connsiteX1-323" fmla="*/ 7870057 w 7870057"/>
              <a:gd name="connsiteY1-324" fmla="*/ 26828 h 3146952"/>
              <a:gd name="connsiteX2-325" fmla="*/ 7870057 w 7870057"/>
              <a:gd name="connsiteY2-326" fmla="*/ 2316782 h 3146952"/>
              <a:gd name="connsiteX3-327" fmla="*/ 7807957 w 7870057"/>
              <a:gd name="connsiteY3-328" fmla="*/ 2419619 h 3146952"/>
              <a:gd name="connsiteX4-329" fmla="*/ 5927237 w 7870057"/>
              <a:gd name="connsiteY4-330" fmla="*/ 3066714 h 3146952"/>
              <a:gd name="connsiteX5-331" fmla="*/ 3775491 w 7870057"/>
              <a:gd name="connsiteY5-332" fmla="*/ 1907021 h 3146952"/>
              <a:gd name="connsiteX6-333" fmla="*/ 757253 w 7870057"/>
              <a:gd name="connsiteY6-334" fmla="*/ 1607168 h 3146952"/>
              <a:gd name="connsiteX7-335" fmla="*/ 157634 w 7870057"/>
              <a:gd name="connsiteY7-336" fmla="*/ 0 h 3146952"/>
              <a:gd name="connsiteX0-337" fmla="*/ 150068 w 7862491"/>
              <a:gd name="connsiteY0-338" fmla="*/ 0 h 3146952"/>
              <a:gd name="connsiteX1-339" fmla="*/ 7862491 w 7862491"/>
              <a:gd name="connsiteY1-340" fmla="*/ 26828 h 3146952"/>
              <a:gd name="connsiteX2-341" fmla="*/ 7862491 w 7862491"/>
              <a:gd name="connsiteY2-342" fmla="*/ 2316782 h 3146952"/>
              <a:gd name="connsiteX3-343" fmla="*/ 7800391 w 7862491"/>
              <a:gd name="connsiteY3-344" fmla="*/ 2419619 h 3146952"/>
              <a:gd name="connsiteX4-345" fmla="*/ 5919671 w 7862491"/>
              <a:gd name="connsiteY4-346" fmla="*/ 3066714 h 3146952"/>
              <a:gd name="connsiteX5-347" fmla="*/ 3767925 w 7862491"/>
              <a:gd name="connsiteY5-348" fmla="*/ 1907021 h 3146952"/>
              <a:gd name="connsiteX6-349" fmla="*/ 749687 w 7862491"/>
              <a:gd name="connsiteY6-350" fmla="*/ 1607168 h 3146952"/>
              <a:gd name="connsiteX7-351" fmla="*/ 150068 w 7862491"/>
              <a:gd name="connsiteY7-352" fmla="*/ 0 h 3146952"/>
              <a:gd name="connsiteX0-353" fmla="*/ 156060 w 7868483"/>
              <a:gd name="connsiteY0-354" fmla="*/ 0 h 3146952"/>
              <a:gd name="connsiteX1-355" fmla="*/ 7868483 w 7868483"/>
              <a:gd name="connsiteY1-356" fmla="*/ 26828 h 3146952"/>
              <a:gd name="connsiteX2-357" fmla="*/ 7868483 w 7868483"/>
              <a:gd name="connsiteY2-358" fmla="*/ 2316782 h 3146952"/>
              <a:gd name="connsiteX3-359" fmla="*/ 7806383 w 7868483"/>
              <a:gd name="connsiteY3-360" fmla="*/ 2419619 h 3146952"/>
              <a:gd name="connsiteX4-361" fmla="*/ 5925663 w 7868483"/>
              <a:gd name="connsiteY4-362" fmla="*/ 3066714 h 3146952"/>
              <a:gd name="connsiteX5-363" fmla="*/ 3773917 w 7868483"/>
              <a:gd name="connsiteY5-364" fmla="*/ 1907021 h 3146952"/>
              <a:gd name="connsiteX6-365" fmla="*/ 755679 w 7868483"/>
              <a:gd name="connsiteY6-366" fmla="*/ 1607168 h 3146952"/>
              <a:gd name="connsiteX7-367" fmla="*/ 156060 w 7868483"/>
              <a:gd name="connsiteY7-368" fmla="*/ 0 h 3146952"/>
              <a:gd name="connsiteX0-369" fmla="*/ 154840 w 7867263"/>
              <a:gd name="connsiteY0-370" fmla="*/ 0 h 3146952"/>
              <a:gd name="connsiteX1-371" fmla="*/ 7867263 w 7867263"/>
              <a:gd name="connsiteY1-372" fmla="*/ 26828 h 3146952"/>
              <a:gd name="connsiteX2-373" fmla="*/ 7867263 w 7867263"/>
              <a:gd name="connsiteY2-374" fmla="*/ 2316782 h 3146952"/>
              <a:gd name="connsiteX3-375" fmla="*/ 7805163 w 7867263"/>
              <a:gd name="connsiteY3-376" fmla="*/ 2419619 h 3146952"/>
              <a:gd name="connsiteX4-377" fmla="*/ 5924443 w 7867263"/>
              <a:gd name="connsiteY4-378" fmla="*/ 3066714 h 3146952"/>
              <a:gd name="connsiteX5-379" fmla="*/ 3772697 w 7867263"/>
              <a:gd name="connsiteY5-380" fmla="*/ 1907021 h 3146952"/>
              <a:gd name="connsiteX6-381" fmla="*/ 754459 w 7867263"/>
              <a:gd name="connsiteY6-382" fmla="*/ 1607168 h 3146952"/>
              <a:gd name="connsiteX7-383" fmla="*/ 154840 w 7867263"/>
              <a:gd name="connsiteY7-384" fmla="*/ 0 h 3146952"/>
              <a:gd name="connsiteX0-385" fmla="*/ 157295 w 7869718"/>
              <a:gd name="connsiteY0-386" fmla="*/ 0 h 3146952"/>
              <a:gd name="connsiteX1-387" fmla="*/ 7869718 w 7869718"/>
              <a:gd name="connsiteY1-388" fmla="*/ 26828 h 3146952"/>
              <a:gd name="connsiteX2-389" fmla="*/ 7869718 w 7869718"/>
              <a:gd name="connsiteY2-390" fmla="*/ 2316782 h 3146952"/>
              <a:gd name="connsiteX3-391" fmla="*/ 7807618 w 7869718"/>
              <a:gd name="connsiteY3-392" fmla="*/ 2419619 h 3146952"/>
              <a:gd name="connsiteX4-393" fmla="*/ 5926898 w 7869718"/>
              <a:gd name="connsiteY4-394" fmla="*/ 3066714 h 3146952"/>
              <a:gd name="connsiteX5-395" fmla="*/ 3775152 w 7869718"/>
              <a:gd name="connsiteY5-396" fmla="*/ 1907021 h 3146952"/>
              <a:gd name="connsiteX6-397" fmla="*/ 756914 w 7869718"/>
              <a:gd name="connsiteY6-398" fmla="*/ 1607168 h 3146952"/>
              <a:gd name="connsiteX7-399" fmla="*/ 157295 w 7869718"/>
              <a:gd name="connsiteY7-400" fmla="*/ 0 h 31469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869718" h="3146952">
                <a:moveTo>
                  <a:pt x="157295" y="0"/>
                </a:moveTo>
                <a:lnTo>
                  <a:pt x="7869718" y="26828"/>
                </a:lnTo>
                <a:lnTo>
                  <a:pt x="7869718" y="2316782"/>
                </a:lnTo>
                <a:lnTo>
                  <a:pt x="7807618" y="2419619"/>
                </a:lnTo>
                <a:cubicBezTo>
                  <a:pt x="7364839" y="3084109"/>
                  <a:pt x="6660634" y="3275008"/>
                  <a:pt x="5926898" y="3066714"/>
                </a:cubicBezTo>
                <a:cubicBezTo>
                  <a:pt x="5264145" y="2878571"/>
                  <a:pt x="4636816" y="2150279"/>
                  <a:pt x="3775152" y="1907021"/>
                </a:cubicBezTo>
                <a:cubicBezTo>
                  <a:pt x="2913488" y="1663763"/>
                  <a:pt x="1423190" y="1876360"/>
                  <a:pt x="756914" y="1607168"/>
                </a:cubicBezTo>
                <a:cubicBezTo>
                  <a:pt x="97784" y="1340863"/>
                  <a:pt x="-210375" y="737861"/>
                  <a:pt x="157295" y="0"/>
                </a:cubicBezTo>
                <a:close/>
              </a:path>
            </a:pathLst>
          </a:custGeom>
          <a:gradFill>
            <a:gsLst>
              <a:gs pos="0">
                <a:schemeClr val="accent1">
                  <a:alpha val="10000"/>
                </a:schemeClr>
              </a:gs>
              <a:gs pos="100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Arial" panose="020B0604020202020204" pitchFamily="34" charset="0"/>
              <a:sym typeface="Arial" panose="020B0604020202020204" pitchFamily="34" charset="0"/>
            </a:endParaRPr>
          </a:p>
        </p:txBody>
      </p:sp>
      <p:sp>
        <p:nvSpPr>
          <p:cNvPr id="4" name="标题 3"/>
          <p:cNvSpPr>
            <a:spLocks noGrp="1"/>
          </p:cNvSpPr>
          <p:nvPr>
            <p:ph type="title"/>
            <p:custDataLst>
              <p:tags r:id="rId2"/>
            </p:custDataLst>
          </p:nvPr>
        </p:nvSpPr>
        <p:spPr>
          <a:xfrm>
            <a:off x="1010920" y="1173480"/>
            <a:ext cx="6379210" cy="2255520"/>
          </a:xfrm>
        </p:spPr>
        <p:txBody>
          <a:bodyPr wrap="square">
            <a:normAutofit/>
          </a:bodyPr>
          <a:lstStyle/>
          <a:p>
            <a:pPr algn="l">
              <a:lnSpc>
                <a:spcPct val="130000"/>
              </a:lnSpc>
            </a:pPr>
            <a:r>
              <a:rPr sz="4000" b="1">
                <a:latin typeface="Gadugi" panose="020B0502040204020203" charset="0"/>
                <a:cs typeface="Gadugi" panose="020B0502040204020203" charset="0"/>
                <a:sym typeface="+mn-ea"/>
              </a:rPr>
              <a:t>Why Me?</a:t>
            </a:r>
            <a:endParaRPr lang="en-US" sz="4000" b="1" spc="0" dirty="0">
              <a:latin typeface="Gadugi" panose="020B0502040204020203" charset="0"/>
              <a:cs typeface="Gadugi" panose="020B0502040204020203" charset="0"/>
            </a:endParaRPr>
          </a:p>
        </p:txBody>
      </p:sp>
      <p:pic>
        <p:nvPicPr>
          <p:cNvPr id="22" name="图片 21"/>
          <p:cNvPicPr>
            <a:picLocks noChangeAspect="1"/>
          </p:cNvPicPr>
          <p:nvPr>
            <p:custDataLst>
              <p:tags r:id="rId3"/>
            </p:custDataLst>
          </p:nvPr>
        </p:nvPicPr>
        <p:blipFill>
          <a:blip r:embed="rId4">
            <a:extLst>
              <a:ext uri="{28A0092B-C50C-407E-A947-70E740481C1C}">
                <a14:useLocalDpi xmlns:a14="http://schemas.microsoft.com/office/drawing/2010/main" val="0"/>
              </a:ext>
            </a:extLst>
          </a:blip>
          <a:srcRect l="170" t="21439" r="267" b="22166"/>
          <a:stretch>
            <a:fillRect/>
          </a:stretch>
        </p:blipFill>
        <p:spPr>
          <a:xfrm>
            <a:off x="4439183" y="2"/>
            <a:ext cx="7752817" cy="2926430"/>
          </a:xfrm>
          <a:custGeom>
            <a:avLst/>
            <a:gdLst>
              <a:gd name="connsiteX0" fmla="*/ 76339 w 7752817"/>
              <a:gd name="connsiteY0" fmla="*/ 0 h 2926430"/>
              <a:gd name="connsiteX1" fmla="*/ 7752817 w 7752817"/>
              <a:gd name="connsiteY1" fmla="*/ 0 h 2926430"/>
              <a:gd name="connsiteX2" fmla="*/ 7752817 w 7752817"/>
              <a:gd name="connsiteY2" fmla="*/ 2115672 h 2926430"/>
              <a:gd name="connsiteX3" fmla="*/ 7734912 w 7752817"/>
              <a:gd name="connsiteY3" fmla="*/ 2146735 h 2926430"/>
              <a:gd name="connsiteX4" fmla="*/ 5236806 w 7752817"/>
              <a:gd name="connsiteY4" fmla="*/ 2684992 h 2926430"/>
              <a:gd name="connsiteX5" fmla="*/ 3514965 w 7752817"/>
              <a:gd name="connsiteY5" fmla="*/ 1736839 h 2926430"/>
              <a:gd name="connsiteX6" fmla="*/ 629082 w 7752817"/>
              <a:gd name="connsiteY6" fmla="*/ 1398602 h 2926430"/>
              <a:gd name="connsiteX7" fmla="*/ 51352 w 7752817"/>
              <a:gd name="connsiteY7" fmla="*/ 67897 h 292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2817" h="2926430">
                <a:moveTo>
                  <a:pt x="76339" y="0"/>
                </a:moveTo>
                <a:lnTo>
                  <a:pt x="7752817" y="0"/>
                </a:lnTo>
                <a:lnTo>
                  <a:pt x="7752817" y="2115672"/>
                </a:lnTo>
                <a:lnTo>
                  <a:pt x="7734912" y="2146735"/>
                </a:lnTo>
                <a:cubicBezTo>
                  <a:pt x="7016393" y="3119866"/>
                  <a:pt x="5939788" y="3033328"/>
                  <a:pt x="5236806" y="2684992"/>
                </a:cubicBezTo>
                <a:cubicBezTo>
                  <a:pt x="4370191" y="2255574"/>
                  <a:pt x="4229239" y="1913161"/>
                  <a:pt x="3514965" y="1736839"/>
                </a:cubicBezTo>
                <a:cubicBezTo>
                  <a:pt x="2740741" y="1545718"/>
                  <a:pt x="1385125" y="1756654"/>
                  <a:pt x="629082" y="1398602"/>
                </a:cubicBezTo>
                <a:cubicBezTo>
                  <a:pt x="121874" y="1158397"/>
                  <a:pt x="-111588" y="587008"/>
                  <a:pt x="51352" y="67897"/>
                </a:cubicBezTo>
                <a:close/>
              </a:path>
            </a:pathLst>
          </a:custGeom>
          <a:ln w="6350">
            <a:solidFill>
              <a:schemeClr val="tx1">
                <a:lumMod val="40000"/>
                <a:lumOff val="60000"/>
                <a:alpha val="50000"/>
              </a:schemeClr>
            </a:solidFill>
          </a:ln>
        </p:spPr>
      </p:pic>
      <p:sp>
        <p:nvSpPr>
          <p:cNvPr id="9" name="矩形 8"/>
          <p:cNvSpPr/>
          <p:nvPr>
            <p:custDataLst>
              <p:tags r:id="rId5"/>
            </p:custDataLst>
          </p:nvPr>
        </p:nvSpPr>
        <p:spPr>
          <a:xfrm>
            <a:off x="1011555" y="3141980"/>
            <a:ext cx="6532245" cy="15157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p>
            <a:pPr indent="0" fontAlgn="auto">
              <a:lnSpc>
                <a:spcPct val="130000"/>
              </a:lnSpc>
              <a:buNone/>
            </a:pPr>
            <a:r>
              <a:rPr sz="2000">
                <a:solidFill>
                  <a:schemeClr val="tx1"/>
                </a:solidFill>
                <a:latin typeface="Andalus" panose="02020603050405020304" charset="0"/>
                <a:cs typeface="Andalus" panose="02020603050405020304" charset="0"/>
                <a:sym typeface="+mn-ea"/>
              </a:rPr>
              <a:t>• Strong foundation in AI, ML, and data handling</a:t>
            </a:r>
            <a:endParaRPr sz="2000">
              <a:solidFill>
                <a:schemeClr val="tx1"/>
              </a:solidFill>
              <a:latin typeface="Andalus" panose="02020603050405020304" charset="0"/>
              <a:cs typeface="Andalus" panose="02020603050405020304" charset="0"/>
              <a:sym typeface="+mn-ea"/>
            </a:endParaRPr>
          </a:p>
          <a:p>
            <a:pPr indent="0" fontAlgn="auto">
              <a:lnSpc>
                <a:spcPct val="130000"/>
              </a:lnSpc>
              <a:buNone/>
            </a:pPr>
            <a:r>
              <a:rPr sz="2000">
                <a:solidFill>
                  <a:schemeClr val="tx1"/>
                </a:solidFill>
                <a:latin typeface="Andalus" panose="02020603050405020304" charset="0"/>
                <a:cs typeface="Andalus" panose="02020603050405020304" charset="0"/>
                <a:sym typeface="+mn-ea"/>
              </a:rPr>
              <a:t>• Passionate about health-tech solutions</a:t>
            </a:r>
            <a:endParaRPr sz="2000">
              <a:solidFill>
                <a:schemeClr val="tx1"/>
              </a:solidFill>
              <a:latin typeface="Andalus" panose="02020603050405020304" charset="0"/>
              <a:cs typeface="Andalus" panose="02020603050405020304" charset="0"/>
              <a:sym typeface="+mn-ea"/>
            </a:endParaRPr>
          </a:p>
          <a:p>
            <a:pPr indent="0" fontAlgn="auto">
              <a:lnSpc>
                <a:spcPct val="130000"/>
              </a:lnSpc>
              <a:buNone/>
            </a:pPr>
            <a:r>
              <a:rPr sz="2000">
                <a:solidFill>
                  <a:schemeClr val="tx1"/>
                </a:solidFill>
                <a:latin typeface="Andalus" panose="02020603050405020304" charset="0"/>
                <a:cs typeface="Andalus" panose="02020603050405020304" charset="0"/>
                <a:sym typeface="+mn-ea"/>
              </a:rPr>
              <a:t>• Proven ability to apply theory into impactful practice</a:t>
            </a:r>
            <a:endParaRPr sz="2000">
              <a:solidFill>
                <a:schemeClr val="tx1"/>
              </a:solidFill>
              <a:latin typeface="Andalus" panose="02020603050405020304" charset="0"/>
              <a:cs typeface="Andalus" panose="02020603050405020304" charset="0"/>
              <a:sym typeface="+mn-ea"/>
            </a:endParaRPr>
          </a:p>
          <a:p>
            <a:pPr indent="0" fontAlgn="auto">
              <a:lnSpc>
                <a:spcPct val="130000"/>
              </a:lnSpc>
              <a:buNone/>
            </a:pPr>
            <a:r>
              <a:rPr sz="2000">
                <a:solidFill>
                  <a:schemeClr val="tx1"/>
                </a:solidFill>
                <a:latin typeface="Andalus" panose="02020603050405020304" charset="0"/>
                <a:cs typeface="Andalus" panose="02020603050405020304" charset="0"/>
                <a:sym typeface="+mn-ea"/>
              </a:rPr>
              <a:t>• Committed, adaptive, and eager to contribute to the project</a:t>
            </a:r>
            <a:endParaRPr lang="en-US" sz="2000" dirty="0">
              <a:ln>
                <a:noFill/>
                <a:prstDash val="sysDot"/>
              </a:ln>
              <a:solidFill>
                <a:schemeClr val="tx1"/>
              </a:solidFill>
              <a:uFillTx/>
              <a:latin typeface="Andalus" panose="02020603050405020304" charset="0"/>
              <a:cs typeface="Andalus" panose="02020603050405020304" charset="0"/>
              <a:sym typeface="+mn-ea"/>
            </a:endParaRPr>
          </a:p>
        </p:txBody>
      </p:sp>
    </p:spTree>
    <p:custDataLst>
      <p:tags r:id="rId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接连接符 25"/>
          <p:cNvCxnSpPr/>
          <p:nvPr>
            <p:custDataLst>
              <p:tags r:id="rId1"/>
            </p:custDataLst>
          </p:nvPr>
        </p:nvCxnSpPr>
        <p:spPr>
          <a:xfrm>
            <a:off x="1119505" y="5281032"/>
            <a:ext cx="351790"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任意多边形: 形状 9"/>
          <p:cNvSpPr/>
          <p:nvPr>
            <p:custDataLst>
              <p:tags r:id="rId2"/>
            </p:custDataLst>
          </p:nvPr>
        </p:nvSpPr>
        <p:spPr>
          <a:xfrm flipH="1">
            <a:off x="-3" y="0"/>
            <a:ext cx="12192004" cy="4285453"/>
          </a:xfrm>
          <a:custGeom>
            <a:avLst/>
            <a:gdLst>
              <a:gd name="connsiteX0" fmla="*/ 0 w 4848491"/>
              <a:gd name="connsiteY0" fmla="*/ 0 h 1855952"/>
              <a:gd name="connsiteX1" fmla="*/ 0 w 4848491"/>
              <a:gd name="connsiteY1" fmla="*/ 1848891 h 1855952"/>
              <a:gd name="connsiteX2" fmla="*/ 765620 w 4848491"/>
              <a:gd name="connsiteY2" fmla="*/ 1731523 h 1855952"/>
              <a:gd name="connsiteX3" fmla="*/ 1832601 w 4848491"/>
              <a:gd name="connsiteY3" fmla="*/ 1612689 h 1855952"/>
              <a:gd name="connsiteX4" fmla="*/ 3209088 w 4848491"/>
              <a:gd name="connsiteY4" fmla="*/ 1612689 h 1855952"/>
              <a:gd name="connsiteX5" fmla="*/ 4848492 w 4848491"/>
              <a:gd name="connsiteY5" fmla="*/ 1246169 h 1855952"/>
              <a:gd name="connsiteX6" fmla="*/ 4848492 w 4848491"/>
              <a:gd name="connsiteY6" fmla="*/ 0 h 185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00" h="6749">
                <a:moveTo>
                  <a:pt x="0" y="0"/>
                </a:moveTo>
                <a:lnTo>
                  <a:pt x="19200" y="0"/>
                </a:lnTo>
                <a:lnTo>
                  <a:pt x="19200" y="4403"/>
                </a:lnTo>
                <a:cubicBezTo>
                  <a:pt x="17417" y="3933"/>
                  <a:pt x="15248" y="4336"/>
                  <a:pt x="12708" y="5813"/>
                </a:cubicBezTo>
                <a:cubicBezTo>
                  <a:pt x="11418" y="6563"/>
                  <a:pt x="9321" y="6604"/>
                  <a:pt x="7257" y="5813"/>
                </a:cubicBezTo>
                <a:cubicBezTo>
                  <a:pt x="5322" y="5072"/>
                  <a:pt x="4419" y="5625"/>
                  <a:pt x="3032" y="6270"/>
                </a:cubicBezTo>
                <a:cubicBezTo>
                  <a:pt x="1645" y="6915"/>
                  <a:pt x="0" y="6722"/>
                  <a:pt x="0" y="6722"/>
                </a:cubicBezTo>
                <a:lnTo>
                  <a:pt x="0" y="0"/>
                </a:lnTo>
                <a:close/>
              </a:path>
            </a:pathLst>
          </a:custGeom>
          <a:gradFill>
            <a:gsLst>
              <a:gs pos="0">
                <a:schemeClr val="bg1"/>
              </a:gs>
              <a:gs pos="68000">
                <a:schemeClr val="accent4"/>
              </a:gs>
            </a:gsLst>
            <a:lin ang="0" scaled="0"/>
          </a:gradFill>
          <a:ln w="8132" cap="flat">
            <a:noFill/>
            <a:prstDash val="solid"/>
            <a:miter/>
          </a:ln>
          <a:effectLst/>
        </p:spPr>
        <p:txBody>
          <a:bodyPr wrap="square" rtlCol="0" anchor="ctr">
            <a:noAutofit/>
          </a:bodyPr>
          <a:lstStyle/>
          <a:p>
            <a:endParaRPr lang="en-US">
              <a:latin typeface="Arial" panose="020B0604020202020204" pitchFamily="34" charset="0"/>
              <a:sym typeface="Arial" panose="020B0604020202020204" pitchFamily="34" charset="0"/>
            </a:endParaRPr>
          </a:p>
        </p:txBody>
      </p:sp>
      <p:pic>
        <p:nvPicPr>
          <p:cNvPr id="8" name="图片 7" descr="C:/Users/张紫岩/Desktop/肖像/VCG41N885749858.jpgVCG41N885749858"/>
          <p:cNvPicPr>
            <a:picLocks noChangeAspect="1"/>
          </p:cNvPicPr>
          <p:nvPr>
            <p:custDataLst>
              <p:tags r:id="rId3"/>
            </p:custDataLst>
          </p:nvPr>
        </p:nvPicPr>
        <p:blipFill>
          <a:blip r:embed="rId4"/>
          <a:srcRect l="27355" t="18920" b="44849"/>
          <a:stretch>
            <a:fillRect/>
          </a:stretch>
        </p:blipFill>
        <p:spPr>
          <a:xfrm>
            <a:off x="-3" y="0"/>
            <a:ext cx="12192002" cy="3981672"/>
          </a:xfrm>
          <a:custGeom>
            <a:avLst/>
            <a:gdLst/>
            <a:ahLst/>
            <a:cxnLst>
              <a:cxn ang="3">
                <a:pos x="hc" y="t"/>
              </a:cxn>
              <a:cxn ang="cd2">
                <a:pos x="l" y="vc"/>
              </a:cxn>
              <a:cxn ang="cd4">
                <a:pos x="hc" y="b"/>
              </a:cxn>
              <a:cxn ang="0">
                <a:pos x="r" y="vc"/>
              </a:cxn>
            </a:cxnLst>
            <a:rect l="l" t="t" r="r" b="b"/>
            <a:pathLst>
              <a:path w="19200" h="6270">
                <a:moveTo>
                  <a:pt x="0" y="0"/>
                </a:moveTo>
                <a:lnTo>
                  <a:pt x="19200" y="0"/>
                </a:lnTo>
                <a:lnTo>
                  <a:pt x="19200" y="6064"/>
                </a:lnTo>
                <a:cubicBezTo>
                  <a:pt x="19200" y="6064"/>
                  <a:pt x="18168" y="6722"/>
                  <a:pt x="16104" y="5688"/>
                </a:cubicBezTo>
                <a:cubicBezTo>
                  <a:pt x="14039" y="4654"/>
                  <a:pt x="12814" y="5092"/>
                  <a:pt x="11008" y="5750"/>
                </a:cubicBezTo>
                <a:cubicBezTo>
                  <a:pt x="9201" y="6408"/>
                  <a:pt x="7524" y="5936"/>
                  <a:pt x="5879" y="5013"/>
                </a:cubicBezTo>
                <a:cubicBezTo>
                  <a:pt x="4234" y="4090"/>
                  <a:pt x="2636" y="3056"/>
                  <a:pt x="0" y="3369"/>
                </a:cubicBezTo>
                <a:lnTo>
                  <a:pt x="0" y="0"/>
                </a:lnTo>
                <a:close/>
              </a:path>
            </a:pathLst>
          </a:custGeom>
        </p:spPr>
      </p:pic>
      <p:sp>
        <p:nvSpPr>
          <p:cNvPr id="4" name="标题 3"/>
          <p:cNvSpPr>
            <a:spLocks noGrp="1"/>
          </p:cNvSpPr>
          <p:nvPr>
            <p:ph type="title"/>
            <p:custDataLst>
              <p:tags r:id="rId5"/>
            </p:custDataLst>
          </p:nvPr>
        </p:nvSpPr>
        <p:spPr>
          <a:xfrm>
            <a:off x="1098550" y="4013499"/>
            <a:ext cx="6367257" cy="1139961"/>
          </a:xfrm>
        </p:spPr>
        <p:txBody>
          <a:bodyPr wrap="square" lIns="0" tIns="0" rIns="0" bIns="0">
            <a:normAutofit/>
          </a:bodyPr>
          <a:lstStyle/>
          <a:p>
            <a:pPr algn="l"/>
            <a:r>
              <a:rPr lang="en-US" sz="3600" spc="0" dirty="0">
                <a:latin typeface="Arial Rounded MT Bold" panose="020F0704030504030204" charset="0"/>
                <a:cs typeface="Arial Rounded MT Bold" panose="020F0704030504030204" charset="0"/>
              </a:rPr>
              <a:t>Thank You..!</a:t>
            </a:r>
            <a:endParaRPr lang="en-US" sz="3600" spc="0" dirty="0">
              <a:latin typeface="Arial Rounded MT Bold" panose="020F0704030504030204" charset="0"/>
              <a:cs typeface="Arial Rounded MT Bold" panose="020F0704030504030204" charset="0"/>
            </a:endParaRPr>
          </a:p>
        </p:txBody>
      </p:sp>
      <p:sp>
        <p:nvSpPr>
          <p:cNvPr id="2" name="文本框 1"/>
          <p:cNvSpPr txBox="1"/>
          <p:nvPr>
            <p:custDataLst>
              <p:tags r:id="rId6"/>
            </p:custDataLst>
          </p:nvPr>
        </p:nvSpPr>
        <p:spPr>
          <a:xfrm>
            <a:off x="1119505" y="5845175"/>
            <a:ext cx="5106670" cy="299720"/>
          </a:xfrm>
          <a:prstGeom prst="rect">
            <a:avLst/>
          </a:prstGeom>
          <a:noFill/>
        </p:spPr>
        <p:txBody>
          <a:bodyPr wrap="square" lIns="0" tIns="0" rIns="0" bIns="0" rtlCol="0" anchor="ctr">
            <a:normAutofit fontScale="90000" lnSpcReduction="10000"/>
          </a:bodyPr>
          <a:p>
            <a:pPr>
              <a:lnSpc>
                <a:spcPct val="150000"/>
              </a:lnSpc>
            </a:pPr>
            <a:r>
              <a:rPr lang="en-US" sz="1600" kern="0" dirty="0">
                <a:ln>
                  <a:noFill/>
                  <a:prstDash val="sysDot"/>
                </a:ln>
                <a:solidFill>
                  <a:schemeClr val="tx1">
                    <a:lumMod val="85000"/>
                    <a:lumOff val="15000"/>
                  </a:schemeClr>
                </a:solidFill>
                <a:latin typeface="+mn-lt"/>
                <a:sym typeface="+mn-ea"/>
              </a:rPr>
              <a:t>pratikrbamne@gmail.com / 7820828755</a:t>
            </a:r>
            <a:endParaRPr lang="en-US" sz="1600" kern="0" dirty="0">
              <a:ln>
                <a:noFill/>
                <a:prstDash val="sysDot"/>
              </a:ln>
              <a:solidFill>
                <a:schemeClr val="tx1">
                  <a:lumMod val="85000"/>
                  <a:lumOff val="15000"/>
                </a:schemeClr>
              </a:solidFill>
              <a:latin typeface="+mn-lt"/>
              <a:sym typeface="+mn-ea"/>
            </a:endParaRPr>
          </a:p>
        </p:txBody>
      </p:sp>
      <p:sp>
        <p:nvSpPr>
          <p:cNvPr id="3" name="文本框 2"/>
          <p:cNvSpPr txBox="1"/>
          <p:nvPr>
            <p:custDataLst>
              <p:tags r:id="rId7"/>
            </p:custDataLst>
          </p:nvPr>
        </p:nvSpPr>
        <p:spPr>
          <a:xfrm>
            <a:off x="1119505" y="5545455"/>
            <a:ext cx="5106670" cy="276860"/>
          </a:xfrm>
          <a:prstGeom prst="rect">
            <a:avLst/>
          </a:prstGeom>
          <a:noFill/>
        </p:spPr>
        <p:txBody>
          <a:bodyPr wrap="square" lIns="0" tIns="0" rIns="0" bIns="0" anchor="ctr" anchorCtr="0">
            <a:normAutofit fontScale="90000"/>
          </a:bodyPr>
          <a:p>
            <a:r>
              <a:rPr lang="en-US" sz="1800" b="1" kern="0" dirty="0">
                <a:solidFill>
                  <a:schemeClr val="tx1"/>
                </a:solidFill>
                <a:latin typeface="+mj-lt"/>
                <a:sym typeface="Arial" panose="020B0604020202020204" pitchFamily="34" charset="0"/>
              </a:rPr>
              <a:t>Pratik Rahul Bamane</a:t>
            </a:r>
            <a:endParaRPr lang="en-US" sz="1800" b="1" kern="0" dirty="0">
              <a:solidFill>
                <a:schemeClr val="tx1"/>
              </a:solidFill>
              <a:latin typeface="+mj-lt"/>
              <a:sym typeface="Arial" panose="020B0604020202020204" pitchFamily="34" charset="0"/>
            </a:endParaRPr>
          </a:p>
        </p:txBody>
      </p:sp>
    </p:spTree>
    <p:custDataLst>
      <p:tags r:id="rId8"/>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VALUE" val="952*3384"/>
  <p:tag name="KSO_WM_UNIT_HIGHLIGHT" val="0"/>
  <p:tag name="KSO_WM_UNIT_COMPATIBLE" val="0"/>
  <p:tag name="KSO_WM_UNIT_DIAGRAM_ISNUMVISUAL" val="0"/>
  <p:tag name="KSO_WM_UNIT_DIAGRAM_ISREFERUNIT" val="0"/>
  <p:tag name="KSO_WM_UNIT_TYPE" val="d"/>
  <p:tag name="KSO_WM_UNIT_INDEX" val="1"/>
  <p:tag name="KSO_WM_UNIT_ID" val="custom20238285_1*d*1"/>
  <p:tag name="KSO_WM_TEMPLATE_CATEGORY" val="custom"/>
  <p:tag name="KSO_WM_TEMPLATE_INDEX" val="20238285"/>
  <p:tag name="KSO_WM_UNIT_LAYERLEVEL" val="1"/>
  <p:tag name="KSO_WM_TAG_VERSION" val="3.0"/>
  <p:tag name="KSO_WM_BEAUTIFY_FLAG" val="#wm#"/>
  <p:tag name="KSO_WM_DIAGRAM_GROUP_CODE" val="l1-1"/>
  <p:tag name="KSO_WM_UNIT_LINE_FORE_SCHEMECOLOR_INDEX" val="1"/>
  <p:tag name="KSO_WM_UNIT_LINE_FILL_TYPE" val="2"/>
  <p:tag name="KSO_WM_UNIT_USESOURCEFORMAT_APPLY" val="1"/>
</p:tagLst>
</file>

<file path=ppt/tags/tag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285_1*i*1"/>
  <p:tag name="KSO_WM_TEMPLATE_CATEGORY" val="custom"/>
  <p:tag name="KSO_WM_TEMPLATE_INDEX" val="20238285"/>
  <p:tag name="KSO_WM_UNIT_LAYERLEVEL" val="1"/>
  <p:tag name="KSO_WM_TAG_VERSION" val="3.0"/>
  <p:tag name="KSO_WM_UNIT_FILL_FORE_SCHEMECOLOR_INDEX" val="2"/>
  <p:tag name="KSO_WM_UNIT_FILL_TYPE" val="1"/>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1"/>
</p:tagLst>
</file>

<file path=ppt/tags/tag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8285_1*a*1"/>
  <p:tag name="KSO_WM_TEMPLATE_CATEGORY" val="custom"/>
  <p:tag name="KSO_WM_TEMPLATE_INDEX" val="20238285"/>
  <p:tag name="KSO_WM_UNIT_LAYERLEVEL" val="1"/>
  <p:tag name="KSO_WM_TAG_VERSION" val="3.0"/>
  <p:tag name="KSO_WM_BEAUTIFY_FLAG" val="#wm#"/>
  <p:tag name="KSO_WM_UNIT_TEXT_FILL_FORE_SCHEMECOLOR_INDEX_BRIGHTNESS" val="0.15"/>
  <p:tag name="KSO_WM_UNIT_TEXT_FILL_FORE_SCHEMECOLOR_INDEX" val="13"/>
  <p:tag name="KSO_WM_UNIT_TEXT_FILL_TYPE" val="1"/>
  <p:tag name="KSO_WM_DIAGRAM_GROUP_CODE" val="l1-1"/>
  <p:tag name="KSO_WM_UNIT_USESOURCEFORMAT_APPLY" val="1"/>
  <p:tag name="KSO_WM_UNIT_PRESET_TEXT" val="Your title here"/>
</p:tagLst>
</file>

<file path=ppt/tags/tag8.xml><?xml version="1.0" encoding="utf-8"?>
<p:tagLst xmlns:p="http://schemas.openxmlformats.org/presentationml/2006/main">
  <p:tag name="KSO_WM_DIAGRAM_MAX_ITEMCNT" val="3"/>
  <p:tag name="KSO_WM_DIAGRAM_MIN_ITEMCNT" val="1"/>
  <p:tag name="KSO_WM_DIAGRAM_VIRTUALLY_FRAME" val="{&quot;height&quot;:286.99999999999994,&quot;left&quot;:118.15,&quot;top&quot;:187.97496062992127,&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7935_1*l_h_f*1_1_1"/>
  <p:tag name="KSO_WM_TEMPLATE_CATEGORY" val="diagram"/>
  <p:tag name="KSO_WM_TEMPLATE_INDEX" val="20237935"/>
  <p:tag name="KSO_WM_UNIT_LAYERLEVEL" val="1_1_1"/>
  <p:tag name="KSO_WM_TAG_VERSION" val="3.0"/>
  <p:tag name="KSO_WM_BEAUTIFY_FLAG" val="#wm#"/>
  <p:tag name="KSO_WM_UNIT_PRESET_TEXT" val="Presentations are communication tools that can be used as demonstrations, lectures, speeches, reports, and more. It serves a variety of purposes, making presentations powerful tools for convincing and teaching."/>
  <p:tag name="KSO_WM_UNIT_USESOURCEFORMAT_APPLY" val="1"/>
</p:tagLst>
</file>

<file path=ppt/tags/tag9.xml><?xml version="1.0" encoding="utf-8"?>
<p:tagLst xmlns:p="http://schemas.openxmlformats.org/presentationml/2006/main">
  <p:tag name="KSO_WM_SLIDE_ID" val="custom20238285_1"/>
  <p:tag name="KSO_WM_TEMPLATE_SUBCATEGORY" val="0"/>
  <p:tag name="KSO_WM_TEMPLATE_MASTER_TYPE" val="0"/>
  <p:tag name="KSO_WM_TEMPLATE_COLOR_TYPE" val="0"/>
  <p:tag name="KSO_WM_SLIDE_ITEM_CNT" val="1"/>
  <p:tag name="KSO_WM_SLIDE_INDEX" val="1"/>
  <p:tag name="KSO_WM_TAG_VERSION" val="3.0"/>
  <p:tag name="KSO_WM_BEAUTIFY_FLAG" val="#wm#"/>
  <p:tag name="KSO_WM_TEMPLATE_CATEGORY" val="custom"/>
  <p:tag name="KSO_WM_TEMPLATE_INDEX" val="20238285"/>
  <p:tag name="KSO_WM_SLIDE_TYPE" val="text"/>
  <p:tag name="KSO_WM_SLIDE_SUBTYPE" val="picTxt"/>
  <p:tag name="KSO_WM_SLIDE_SIZE" val="745.9*95.95"/>
  <p:tag name="KSO_WM_SLIDE_POSITION" val="118.15*379"/>
  <p:tag name="KSO_WM_SLIDE_LAYOUT" val="a_d_l"/>
  <p:tag name="KSO_WM_SLIDE_LAYOUT_CNT" val="1_1_1"/>
  <p:tag name="KSO_WM_SPECIAL_SOURCE" val="bdnull"/>
  <p:tag name="KSO_WM_DIAGRAM_GROUP_CODE" val="l1-1"/>
  <p:tag name="KSO_WM_SLIDE_DIAGTYPE" val="l"/>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395_1*i*1"/>
  <p:tag name="KSO_WM_TEMPLATE_CATEGORY" val="custom"/>
  <p:tag name="KSO_WM_TEMPLATE_INDEX" val="20238395"/>
  <p:tag name="KSO_WM_UNIT_LAYERLEVEL" val="1"/>
  <p:tag name="KSO_WM_TAG_VERSION" val="3.0"/>
  <p:tag name="KSO_WM_BEAUTIFY_FLAG" val="#wm#"/>
  <p:tag name="KSO_WM_UNIT_FILL_FORE_SCHEMECOLOR_INDEX" val="5"/>
  <p:tag name="KSO_WM_UNIT_TEXT_FILL_FORE_SCHEMECOLOR_INDEX" val="2"/>
  <p:tag name="KSO_WM_UNIT_TEXT_FILL_TYPE" val="1"/>
  <p:tag name="KSO_WM_UNIT_USESOURCEFORMAT_APPLY" val="1"/>
</p:tagLst>
</file>

<file path=ppt/tags/tag1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8395_1*a*1"/>
  <p:tag name="KSO_WM_TEMPLATE_CATEGORY" val="custom"/>
  <p:tag name="KSO_WM_TEMPLATE_INDEX" val="20238395"/>
  <p:tag name="KSO_WM_UNIT_LAYERLEVEL" val="1"/>
  <p:tag name="KSO_WM_TAG_VERSION" val="3.0"/>
  <p:tag name="KSO_WM_BEAUTIFY_FLAG" val="#wm#"/>
  <p:tag name="KSO_WM_UNIT_PRESET_TEXT" val="The title goes here"/>
  <p:tag name="KSO_WM_UNIT_TEXT_FILL_FORE_SCHEMECOLOR_INDEX" val="13"/>
  <p:tag name="KSO_WM_UNIT_TEXT_FILL_TYPE" val="1"/>
  <p:tag name="KSO_WM_UNIT_USESOURCEFORMAT_APPLY" val="1"/>
</p:tagLst>
</file>

<file path=ppt/tags/tag12.xml><?xml version="1.0" encoding="utf-8"?>
<p:tagLst xmlns:p="http://schemas.openxmlformats.org/presentationml/2006/main">
  <p:tag name="KSO_WM_UNIT_VALUE" val="812*2152"/>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8395_1*d*1"/>
  <p:tag name="KSO_WM_TEMPLATE_CATEGORY" val="custom"/>
  <p:tag name="KSO_WM_TEMPLATE_INDEX" val="20238395"/>
  <p:tag name="KSO_WM_UNIT_LAYERLEVEL" val="1"/>
  <p:tag name="KSO_WM_TAG_VERSION" val="3.0"/>
  <p:tag name="KSO_WM_BEAUTIFY_FLAG" val="#wm#"/>
  <p:tag name="KSO_WM_UNIT_LINE_FORE_SCHEMECOLOR_INDEX" val="13"/>
  <p:tag name="KSO_WM_UNIT_LINE_FILL_TYPE" val="2"/>
  <p:tag name="KSO_WM_UNIT_USESOURCEFORMAT_APPLY" val="1"/>
</p:tagLst>
</file>

<file path=ppt/tags/tag13.xml><?xml version="1.0" encoding="utf-8"?>
<p:tagLst xmlns:p="http://schemas.openxmlformats.org/presentationml/2006/main">
  <p:tag name="KSO_WM_UNIT_TEXT_FILL_FORE_SCHEMECOLOR_INDEX_BRIGHTNESS" val="0.25"/>
  <p:tag name="KSO_WM_DIAGRAM_MAX_ITEMCNT" val="4"/>
  <p:tag name="KSO_WM_DIAGRAM_MIN_ITEMCNT" val="4"/>
  <p:tag name="KSO_WM_DIAGRAM_VIRTUALLY_FRAME" val="{&quot;height&quot;:300.15,&quot;left&quot;:79.64998779296874,&quot;top&quot;:207.3,&quot;width&quot;:534.8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7972_1*l_h_f*1_1_1"/>
  <p:tag name="KSO_WM_TEMPLATE_CATEGORY" val="diagram"/>
  <p:tag name="KSO_WM_TEMPLATE_INDEX" val="20237972"/>
  <p:tag name="KSO_WM_UNIT_LAYERLEVEL" val="1_1_1"/>
  <p:tag name="KSO_WM_TAG_VERSION" val="3.0"/>
  <p:tag name="KSO_WM_BEAUTIFY_FLAG" val="#wm#"/>
  <p:tag name="KSO_WM_UNIT_PRESET_TEXT" val="Presentations are communication tools that can be used as demonstrations, lectures, speeches, reports, and more."/>
  <p:tag name="KSO_WM_UNIT_TEXT_FILL_FORE_SCHEMECOLOR_INDEX" val="1"/>
  <p:tag name="KSO_WM_UNIT_TEXT_FILL_TYPE" val="1"/>
  <p:tag name="KSO_WM_UNIT_USESOURCEFORMAT_APPLY" val="1"/>
</p:tagLst>
</file>

<file path=ppt/tags/tag14.xml><?xml version="1.0" encoding="utf-8"?>
<p:tagLst xmlns:p="http://schemas.openxmlformats.org/presentationml/2006/main">
  <p:tag name="KSO_WM_SLIDE_ID" val="custom20238395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8395"/>
  <p:tag name="KSO_WM_SLIDE_TYPE" val="text"/>
  <p:tag name="KSO_WM_SLIDE_SUBTYPE" val="picTxt"/>
  <p:tag name="KSO_WM_SLIDE_SIZE" val="806.9*205.5"/>
  <p:tag name="KSO_WM_SLIDE_POSITION" val="79.65*301.95"/>
  <p:tag name="KSO_WM_SLIDE_LAYOUT" val="a_d_l"/>
  <p:tag name="KSO_WM_SLIDE_LAYOUT_CNT" val="1_1_1"/>
  <p:tag name="KSO_WM_SPECIAL_SOURCE" val="bdnull"/>
  <p:tag name="KSO_WM_DIAGRAM_GROUP_CODE" val="l1-1"/>
  <p:tag name="KSO_WM_SLIDE_DIAGTYPE" val="l"/>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401_1*i*1"/>
  <p:tag name="KSO_WM_TEMPLATE_CATEGORY" val="custom"/>
  <p:tag name="KSO_WM_TEMPLATE_INDEX" val="20238401"/>
  <p:tag name="KSO_WM_UNIT_LAYERLEVEL" val="1"/>
  <p:tag name="KSO_WM_TAG_VERSION" val="3.0"/>
  <p:tag name="KSO_WM_BEAUTIFY_FLAG" val="#wm#"/>
  <p:tag name="KSO_WM_UNIT_LINE_FORE_SCHEMECOLOR_INDEX" val="5"/>
  <p:tag name="KSO_WM_UNIT_LINE_FILL_TYPE" val="2"/>
  <p:tag name="KSO_WM_UNIT_USESOURCEFORMAT_APPLY"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8401_1*i*2"/>
  <p:tag name="KSO_WM_TEMPLATE_CATEGORY" val="custom"/>
  <p:tag name="KSO_WM_TEMPLATE_INDEX" val="20238401"/>
  <p:tag name="KSO_WM_UNIT_LAYERLEVEL" val="1"/>
  <p:tag name="KSO_WM_TAG_VERSION" val="3.0"/>
  <p:tag name="KSO_WM_BEAUTIFY_FLAG" val="#wm#"/>
  <p:tag name="KSO_WM_UNIT_FILL_FORE_SCHEMECOLOR_INDEX" val="8"/>
  <p:tag name="KSO_WM_UNIT_TEXT_FILL_FORE_SCHEMECOLOR_INDEX" val="13"/>
  <p:tag name="KSO_WM_UNIT_TEXT_FILL_TYPE" val="1"/>
  <p:tag name="KSO_WM_UNIT_USESOURCEFORMAT_APPLY" val="1"/>
</p:tagLst>
</file>

<file path=ppt/tags/tag17.xml><?xml version="1.0" encoding="utf-8"?>
<p:tagLst xmlns:p="http://schemas.openxmlformats.org/presentationml/2006/main">
  <p:tag name="KSO_WM_UNIT_VALUE" val="1105*3384"/>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8401_1*d*1"/>
  <p:tag name="KSO_WM_TEMPLATE_CATEGORY" val="custom"/>
  <p:tag name="KSO_WM_TEMPLATE_INDEX" val="20238401"/>
  <p:tag name="KSO_WM_UNIT_LAYERLEVEL" val="1"/>
  <p:tag name="KSO_WM_TAG_VERSION" val="3.0"/>
  <p:tag name="KSO_WM_BEAUTIFY_FLAG" val="#wm#"/>
  <p:tag name="KSO_WM_UNIT_USESOURCEFORMAT_APPLY" val="1"/>
</p:tagLst>
</file>

<file path=ppt/tags/tag18.xml><?xml version="1.0" encoding="utf-8"?>
<p:tagLst xmlns:p="http://schemas.openxmlformats.org/presentationml/2006/main">
  <p:tag name="KSO_WM_UNIT_ISCONTENTSTITLE" val="0"/>
  <p:tag name="KSO_WM_UNIT_ISNUMDGM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8401"/>
  <p:tag name="KSO_WM_UNIT_ID" val="custom20238401_1*a*1"/>
  <p:tag name="KSO_WM_UNIT_PRESET_TEXT" val="The title goes here"/>
  <p:tag name="KSO_WM_UNIT_TEXT_FILL_FORE_SCHEMECOLOR_INDEX" val="13"/>
  <p:tag name="KSO_WM_UNIT_TEXT_FILL_TYPE" val="1"/>
  <p:tag name="KSO_WM_UNIT_USESOURCEFORMAT_APPLY" val="1"/>
</p:tagLst>
</file>

<file path=ppt/tags/tag19.xml><?xml version="1.0" encoding="utf-8"?>
<p:tagLst xmlns:p="http://schemas.openxmlformats.org/presentationml/2006/main">
  <p:tag name="KSO_WM_DIAGRAM_MAX_ITEMCNT" val="1"/>
  <p:tag name="KSO_WM_DIAGRAM_MIN_ITEMCNT" val="1"/>
  <p:tag name="KSO_WM_DIAGRAM_VIRTUALLY_FRAME" val="{&quot;height&quot;:47.20000076293945,&quot;left&quot;:88.14999694824219,&quot;top&quot;:436.6499996185303,&quot;width&quot;:402.1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7971_1*l_h_f*1_1_1"/>
  <p:tag name="KSO_WM_TEMPLATE_CATEGORY" val="diagram"/>
  <p:tag name="KSO_WM_TEMPLATE_INDEX" val="20237971"/>
  <p:tag name="KSO_WM_UNIT_LAYERLEVEL" val="1_1_1"/>
  <p:tag name="KSO_WM_TAG_VERSION" val="3.0"/>
  <p:tag name="KSO_WM_BEAUTIFY_FLAG" val="#wm#"/>
  <p:tag name="KSO_WM_UNIT_PRESET_TEXT" val="Presentations are communication tools"/>
  <p:tag name="KSO_WM_UNIT_TEXT_FILL_FORE_SCHEMECOLOR_INDEX" val="1"/>
  <p:tag name="KSO_WM_UNIT_TEXT_FILL_TYPE" val="1"/>
  <p:tag name="KSO_WM_UNIT_USESOURCEFORMAT_APPLY" val="1"/>
</p:tagLst>
</file>

<file path=ppt/tags/tag20.xml><?xml version="1.0" encoding="utf-8"?>
<p:tagLst xmlns:p="http://schemas.openxmlformats.org/presentationml/2006/main">
  <p:tag name="KSO_WM_DIAGRAM_MAX_ITEMCNT" val="1"/>
  <p:tag name="KSO_WM_DIAGRAM_MIN_ITEMCNT" val="1"/>
  <p:tag name="KSO_WM_DIAGRAM_VIRTUALLY_FRAME" val="{&quot;height&quot;:47.20000076293945,&quot;left&quot;:88.14999694824219,&quot;top&quot;:436.6499996185303,&quot;width&quot;:402.10000610351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22"/>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7971_1*l_h_a*1_1_1"/>
  <p:tag name="KSO_WM_TEMPLATE_CATEGORY" val="diagram"/>
  <p:tag name="KSO_WM_TEMPLATE_INDEX" val="20237971"/>
  <p:tag name="KSO_WM_UNIT_LAYERLEVEL" val="1_1_1"/>
  <p:tag name="KSO_WM_TAG_VERSION" val="3.0"/>
  <p:tag name="KSO_WM_BEAUTIFY_FLAG" val="#wm#"/>
  <p:tag name="KSO_WM_UNIT_PRESET_TEXT" val="Your title here"/>
  <p:tag name="KSO_WM_UNIT_TEXT_FILL_FORE_SCHEMECOLOR_INDEX" val="1"/>
  <p:tag name="KSO_WM_UNIT_TEXT_FILL_TYPE" val="1"/>
  <p:tag name="KSO_WM_UNIT_USESOURCEFORMAT_APPLY" val="1"/>
</p:tagLst>
</file>

<file path=ppt/tags/tag21.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402.1*23.6"/>
  <p:tag name="KSO_WM_SLIDE_POSITION" val="88.15*460.25"/>
  <p:tag name="KSO_WM_SLIDE_LAYOUT" val="a_d_l"/>
  <p:tag name="KSO_WM_SLIDE_LAYOUT_CNT" val="1_1_1"/>
  <p:tag name="KSO_WM_SPECIAL_SOURCE" val="bdnull"/>
  <p:tag name="KSO_WM_DIAGRAM_GROUP_CODE" val="l1-1"/>
  <p:tag name="KSO_WM_SLIDE_DIAGTYPE" val="l"/>
  <p:tag name="KSO_WM_TEMPLATE_INDEX" val="20238401"/>
  <p:tag name="KSO_WM_TEMPLATE_SUBCATEGORY" val="0"/>
  <p:tag name="KSO_WM_SLIDE_INDEX" val="1"/>
  <p:tag name="KSO_WM_TAG_VERSION" val="3.0"/>
  <p:tag name="KSO_WM_SLIDE_ID" val="custom20238401_1"/>
  <p:tag name="KSO_WM_SLIDE_ITEM_CNT" val="1"/>
</p:tagLst>
</file>

<file path=ppt/theme/theme1.xml><?xml version="1.0" encoding="utf-8"?>
<a:theme xmlns:a="http://schemas.openxmlformats.org/drawingml/2006/main" name="Office Theme">
  <a:themeElements>
    <a:clrScheme name="Custom 49">
      <a:dk1>
        <a:sysClr val="windowText" lastClr="000000"/>
      </a:dk1>
      <a:lt1>
        <a:sysClr val="window" lastClr="FFFFFF"/>
      </a:lt1>
      <a:dk2>
        <a:srgbClr val="323232"/>
      </a:dk2>
      <a:lt2>
        <a:srgbClr val="E3DED1"/>
      </a:lt2>
      <a:accent1>
        <a:srgbClr val="B80D48"/>
      </a:accent1>
      <a:accent2>
        <a:srgbClr val="F29724"/>
      </a:accent2>
      <a:accent3>
        <a:srgbClr val="2B6A6C"/>
      </a:accent3>
      <a:accent4>
        <a:srgbClr val="E04556"/>
      </a:accent4>
      <a:accent5>
        <a:srgbClr val="604878"/>
      </a:accent5>
      <a:accent6>
        <a:srgbClr val="FEAE02"/>
      </a:accent6>
      <a:hlink>
        <a:srgbClr val="54E346"/>
      </a:hlink>
      <a:folHlink>
        <a:srgbClr val="B20A02"/>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2330</Words>
  <Application>WPS Presentation</Application>
  <PresentationFormat>Widescreen</PresentationFormat>
  <Paragraphs>78</Paragraphs>
  <Slides>8</Slides>
  <Notes>0</Notes>
  <HiddenSlides>0</HiddenSlides>
  <MMClips>0</MMClips>
  <ScaleCrop>false</ScaleCrop>
  <HeadingPairs>
    <vt:vector size="6" baseType="variant">
      <vt:variant>
        <vt:lpstr>已用的字体</vt:lpstr>
      </vt:variant>
      <vt:variant>
        <vt:i4>52</vt:i4>
      </vt:variant>
      <vt:variant>
        <vt:lpstr>主题</vt:lpstr>
      </vt:variant>
      <vt:variant>
        <vt:i4>1</vt:i4>
      </vt:variant>
      <vt:variant>
        <vt:lpstr>幻灯片标题</vt:lpstr>
      </vt:variant>
      <vt:variant>
        <vt:i4>8</vt:i4>
      </vt:variant>
    </vt:vector>
  </HeadingPairs>
  <TitlesOfParts>
    <vt:vector size="61" baseType="lpstr">
      <vt:lpstr>Arial</vt:lpstr>
      <vt:lpstr>SimSun</vt:lpstr>
      <vt:lpstr>Wingdings</vt:lpstr>
      <vt:lpstr>Montserrat</vt:lpstr>
      <vt:lpstr>Segoe Print</vt:lpstr>
      <vt:lpstr>Lora</vt:lpstr>
      <vt:lpstr>Arial</vt:lpstr>
      <vt:lpstr>Cambria</vt:lpstr>
      <vt:lpstr>Proxima Nova</vt:lpstr>
      <vt:lpstr>Microsoft YaHei</vt:lpstr>
      <vt:lpstr>Arial Unicode MS</vt:lpstr>
      <vt:lpstr>Aptos Display</vt:lpstr>
      <vt:lpstr>Segoe UI Variable Display</vt:lpstr>
      <vt:lpstr>Aptos</vt:lpstr>
      <vt:lpstr>Segoe UI</vt:lpstr>
      <vt:lpstr>Gabriola</vt:lpstr>
      <vt:lpstr>Garamond</vt:lpstr>
      <vt:lpstr>Gadugi</vt:lpstr>
      <vt:lpstr>Arabic Typesetting</vt:lpstr>
      <vt:lpstr>Andalus</vt:lpstr>
      <vt:lpstr>Algerian</vt:lpstr>
      <vt:lpstr>Aldhabi</vt:lpstr>
      <vt:lpstr>Agency FB</vt:lpstr>
      <vt:lpstr>Arial Black</vt:lpstr>
      <vt:lpstr>Arial Narrow</vt:lpstr>
      <vt:lpstr>Bahnschrift</vt:lpstr>
      <vt:lpstr>Bahnschrift Light</vt:lpstr>
      <vt:lpstr>Bahnschrift Condensed</vt:lpstr>
      <vt:lpstr>Bahnschrift Light SemiCondensed</vt:lpstr>
      <vt:lpstr>Bahnschrift SemiBold Condensed</vt:lpstr>
      <vt:lpstr>Bahnschrift SemiBold SemiCondensed</vt:lpstr>
      <vt:lpstr>Bahnschrift Light Condensed</vt:lpstr>
      <vt:lpstr>Bahnschrift SemiCondensed</vt:lpstr>
      <vt:lpstr>Bahnschrift SemiLight</vt:lpstr>
      <vt:lpstr>Bahnschrift SemiLight SemiCondensed</vt:lpstr>
      <vt:lpstr>Berlin Sans FB Demi</vt:lpstr>
      <vt:lpstr>Book Antiqua</vt:lpstr>
      <vt:lpstr>Bodoni MT Black</vt:lpstr>
      <vt:lpstr>Bodoni MT</vt:lpstr>
      <vt:lpstr>Blackadder ITC</vt:lpstr>
      <vt:lpstr>Bodoni MT Condensed</vt:lpstr>
      <vt:lpstr>Bookman Old Style</vt:lpstr>
      <vt:lpstr>Broadway</vt:lpstr>
      <vt:lpstr>Calibri</vt:lpstr>
      <vt:lpstr>Californian FB</vt:lpstr>
      <vt:lpstr>Cambria Math</vt:lpstr>
      <vt:lpstr>Candara</vt:lpstr>
      <vt:lpstr>Bahnschrift SemiBold</vt:lpstr>
      <vt:lpstr>Arial Rounded MT Bold</vt:lpstr>
      <vt:lpstr>Baskerville Old Face</vt:lpstr>
      <vt:lpstr>Bauhaus 93</vt:lpstr>
      <vt:lpstr>Bell MT</vt:lpstr>
      <vt:lpstr>Office Theme</vt:lpstr>
      <vt:lpstr>PowerPoint 演示文稿</vt:lpstr>
      <vt:lpstr>PowerPoint 演示文稿</vt:lpstr>
      <vt:lpstr>PowerPoint 演示文稿</vt:lpstr>
      <vt:lpstr>PowerPoint 演示文稿</vt:lpstr>
      <vt:lpstr>PowerPoint 演示文稿</vt:lpstr>
      <vt:lpstr>PowerPoint 演示文稿</vt:lpstr>
      <vt:lpstr>How To Edit Shapes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Bhavadharani T</dc:creator>
  <cp:lastModifiedBy>PB Creation</cp:lastModifiedBy>
  <cp:revision>104</cp:revision>
  <dcterms:created xsi:type="dcterms:W3CDTF">2024-04-02T10:57:00Z</dcterms:created>
  <dcterms:modified xsi:type="dcterms:W3CDTF">2025-07-09T05:33:05Z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68D51B28C81240F587BE48DC940CE25A_13</vt:lpwstr>
  </property>
  <property fmtid="{D5CDD505-2E9C-101B-9397-08002B2CF9AE}" pid="3" name="KSOProductBuildVer">
    <vt:lpwstr>2057-12.2.0.21936</vt:lpwstr>
  </property>
</Properties>
</file>